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2" r:id="rId2"/>
    <p:sldId id="293" r:id="rId3"/>
    <p:sldId id="257" r:id="rId4"/>
    <p:sldId id="284" r:id="rId5"/>
    <p:sldId id="283" r:id="rId6"/>
    <p:sldId id="285" r:id="rId7"/>
    <p:sldId id="286" r:id="rId8"/>
    <p:sldId id="287" r:id="rId9"/>
    <p:sldId id="288" r:id="rId10"/>
    <p:sldId id="289" r:id="rId11"/>
    <p:sldId id="291" r:id="rId12"/>
    <p:sldId id="296" r:id="rId13"/>
    <p:sldId id="290" r:id="rId14"/>
    <p:sldId id="297" r:id="rId15"/>
    <p:sldId id="292" r:id="rId16"/>
    <p:sldId id="295" r:id="rId17"/>
    <p:sldId id="299" r:id="rId18"/>
    <p:sldId id="298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BEAD935-2959-4443-BE93-3F64B5D8B6E6}">
          <p14:sldIdLst>
            <p14:sldId id="282"/>
            <p14:sldId id="293"/>
          </p14:sldIdLst>
        </p14:section>
        <p14:section name="HS16" id="{BAEF13B6-F307-428F-AFD5-BB1DFCC5F494}">
          <p14:sldIdLst>
            <p14:sldId id="257"/>
            <p14:sldId id="284"/>
            <p14:sldId id="283"/>
          </p14:sldIdLst>
        </p14:section>
        <p14:section name="HS15" id="{B890C646-B971-4BB2-AD7D-CBC32D025B91}">
          <p14:sldIdLst>
            <p14:sldId id="285"/>
            <p14:sldId id="286"/>
            <p14:sldId id="287"/>
            <p14:sldId id="288"/>
            <p14:sldId id="289"/>
          </p14:sldIdLst>
        </p14:section>
        <p14:section name="2026/10" id="{D239BD7F-A8B2-4F3D-8EE5-755168AB280F}">
          <p14:sldIdLst>
            <p14:sldId id="291"/>
            <p14:sldId id="296"/>
            <p14:sldId id="290"/>
            <p14:sldId id="297"/>
            <p14:sldId id="292"/>
            <p14:sldId id="295"/>
            <p14:sldId id="299"/>
            <p14:sldId id="298"/>
          </p14:sldIdLst>
        </p14:section>
        <p14:section name="无标题节" id="{19D66A87-5D4E-43EB-B2ED-48C75BBF98D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5" autoAdjust="0"/>
    <p:restoredTop sz="96458" autoAdjust="0"/>
  </p:normalViewPr>
  <p:slideViewPr>
    <p:cSldViewPr snapToGrid="0">
      <p:cViewPr varScale="1">
        <p:scale>
          <a:sx n="156" d="100"/>
          <a:sy n="156" d="100"/>
        </p:scale>
        <p:origin x="10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F9863-44D4-4FFD-884D-0D7F6BBD37E0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1605AD-D8DA-4046-85DD-DBF59EA050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773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605AD-D8DA-4046-85DD-DBF59EA0505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752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605AD-D8DA-4046-85DD-DBF59EA0505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3804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Hs7</a:t>
            </a:r>
            <a:r>
              <a:rPr lang="zh-CN" altLang="en-US" dirty="0"/>
              <a:t>不显著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605AD-D8DA-4046-85DD-DBF59EA0505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115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9457B1-E6E0-42D5-8400-3EF39A30D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CFF192-C42E-48A4-963E-7E8EE964EF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6A9379-9424-4124-B5F7-EE884ECB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516C38-C4BE-477F-A0ED-DCBEEC93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4CF2B3-4BD5-4E47-86B4-D56939164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721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94D1DB-7F3F-418D-A027-975A2F79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4336D3-5C18-48AD-813B-D1E77E259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2375A7-E040-41C0-9018-590EE0024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6BA2F-4A9F-4793-A91F-D50148342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88F170-3E62-4A18-AF4C-B870E36A2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084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658731-2587-4B7D-8A9D-834D6B7D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30B1A9-5150-49A3-AE0A-71BC90F41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297A60-8020-4C51-BA2A-C67D0E152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1D4154-937A-4A21-9B2A-EABA3A8A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07159C-019F-405D-9B68-E6ADC45F7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593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B1494-2B3F-48FE-8C53-057446647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A33282-D8B6-4340-BC56-C78465532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0774D6-5D07-40F9-B6DD-5A4A5DDCC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28256F-DA3E-4F96-98E8-1CA52214E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C69BEC3-8373-4303-94C7-A3A13EC5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7C71F3-6025-4CBF-94AC-6B059022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654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C25E32-FC18-498A-8A44-AFD7BDBA5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1A3C8A-F1B8-4169-B265-4030AB075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78A404F-7CF1-405E-BAC8-E93EA55CA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C05DC7F-AA27-4466-B7E3-96452D58C9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1127E5B-5AC7-46E1-BC1A-732357B478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6664641-DC2A-434D-81B7-247D405E0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8E470B-59F6-446D-ACF6-8A6CB4F7D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F7B0AF8-524B-474B-9175-B7B4AAD05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559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9AC95-89DB-44E9-A6A1-78D4C82A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7970FD-FA3A-4CC0-AD5E-68CA45CA5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C22EF1-733D-4C63-8B80-FD2A608F9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72F6232-2DF2-463D-847A-4E315AC2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751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D338596-518A-4454-97BD-87D43C35A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9B2AFB-1297-4758-9A45-A750D4CA8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CADAEA-FD62-4668-9795-8EAC77A3E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907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E42298-64B3-4587-B619-FE6059C41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FC92FA-2920-4079-B538-8DB0F875D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B75F653-FB6D-475C-9B2A-F24A64F24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F6E88-4D1C-44D5-99F4-337D15DD2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E2EF1D-3E30-467E-A77F-A03523668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BACDA1-3275-432C-A501-B690682AF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85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08770-5EC5-4918-AEB1-13E809FE3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921BC0-EDB2-49D3-8D72-E9A6D9EB76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CE40AED-B0A1-4AC5-81A1-A747A42AC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5670EA-BAC2-46EF-A428-13F18E006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46EB1F-AC2F-4FD7-B058-47943E06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2B92D4-7B03-4970-BE42-D52BA869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942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CFAF0-D35B-4C2E-994D-A1E3DAB74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E11127-09B1-4AB4-AD51-00C80A68E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866123-FC6D-4BB8-B85F-B99CAAA4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EAE70-D581-432A-9AA0-EBF95716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C220A9-6B8E-42A6-BD27-B4E955A5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569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B031257-F9B3-4685-8500-7EC8AEBED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EE43E2-FDE0-4E76-B0D2-54DA3EEF4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33EA26-57C3-424E-B2DF-33AB6ED23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A3F92B-D4CE-45E6-AD98-3C023631A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D4A303-E089-43CE-AB15-79A5A555C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980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627230-02F3-4A98-93A8-050F54E39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1074A3-8EAE-4CA4-A420-C0F65D9D7A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6D0CDE-531E-45CA-B365-9E4A7FDA6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17550-FE83-4DA7-B6E8-CBE01F11E0C7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518487-05A5-4032-90AA-EFDE6D642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00119F-1C21-4952-9091-B6EAAD3312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5FE0C-4937-437C-8892-1096A27C5DB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200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7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>
            <a:extLst>
              <a:ext uri="{FF2B5EF4-FFF2-40B4-BE49-F238E27FC236}">
                <a16:creationId xmlns:a16="http://schemas.microsoft.com/office/drawing/2014/main" id="{410CE53F-53B3-4F05-B125-0AD807EB79D6}"/>
              </a:ext>
            </a:extLst>
          </p:cNvPr>
          <p:cNvSpPr/>
          <p:nvPr/>
        </p:nvSpPr>
        <p:spPr>
          <a:xfrm>
            <a:off x="8241094" y="972258"/>
            <a:ext cx="3789288" cy="56520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1F251B22-C4A1-46C5-B159-7555CA92FB9A}"/>
              </a:ext>
            </a:extLst>
          </p:cNvPr>
          <p:cNvSpPr/>
          <p:nvPr/>
        </p:nvSpPr>
        <p:spPr>
          <a:xfrm>
            <a:off x="4310789" y="972258"/>
            <a:ext cx="3789288" cy="56520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E8131FF-725B-43CB-8EA8-FBE2A181C75C}"/>
              </a:ext>
            </a:extLst>
          </p:cNvPr>
          <p:cNvSpPr/>
          <p:nvPr/>
        </p:nvSpPr>
        <p:spPr>
          <a:xfrm>
            <a:off x="403462" y="972259"/>
            <a:ext cx="3789288" cy="565209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A36D025-B0D2-4815-9894-DCF662D34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95133"/>
          </a:xfrm>
        </p:spPr>
        <p:txBody>
          <a:bodyPr>
            <a:noAutofit/>
          </a:bodyPr>
          <a:lstStyle/>
          <a:p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几种类型的模式图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46F50764-9947-4C9A-91B8-349234501A7D}"/>
              </a:ext>
            </a:extLst>
          </p:cNvPr>
          <p:cNvGrpSpPr/>
          <p:nvPr/>
        </p:nvGrpSpPr>
        <p:grpSpPr>
          <a:xfrm>
            <a:off x="8174636" y="1193048"/>
            <a:ext cx="4250728" cy="5466158"/>
            <a:chOff x="1010344" y="1135471"/>
            <a:chExt cx="4250728" cy="5466158"/>
          </a:xfrm>
        </p:grpSpPr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A8D73871-1B10-4746-A06E-4528948B06C4}"/>
                </a:ext>
              </a:extLst>
            </p:cNvPr>
            <p:cNvGrpSpPr/>
            <p:nvPr/>
          </p:nvGrpSpPr>
          <p:grpSpPr>
            <a:xfrm>
              <a:off x="1014281" y="4710363"/>
              <a:ext cx="4243519" cy="1891266"/>
              <a:chOff x="1014281" y="1618247"/>
              <a:chExt cx="4243519" cy="1891266"/>
            </a:xfrm>
          </p:grpSpPr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ED9CBE42-9C2E-4C57-A28B-4E9ECDB2A3A5}"/>
                  </a:ext>
                </a:extLst>
              </p:cNvPr>
              <p:cNvGrpSpPr/>
              <p:nvPr/>
            </p:nvGrpSpPr>
            <p:grpSpPr>
              <a:xfrm>
                <a:off x="1479884" y="1618247"/>
                <a:ext cx="3278605" cy="1534027"/>
                <a:chOff x="1491916" y="788068"/>
                <a:chExt cx="3278605" cy="1534027"/>
              </a:xfrm>
            </p:grpSpPr>
            <p:cxnSp>
              <p:nvCxnSpPr>
                <p:cNvPr id="5" name="直接箭头连接符 4">
                  <a:extLst>
                    <a:ext uri="{FF2B5EF4-FFF2-40B4-BE49-F238E27FC236}">
                      <a16:creationId xmlns:a16="http://schemas.microsoft.com/office/drawing/2014/main" id="{E6889A65-100F-426E-A7C7-E3361F474A2C}"/>
                    </a:ext>
                  </a:extLst>
                </p:cNvPr>
                <p:cNvCxnSpPr/>
                <p:nvPr/>
              </p:nvCxnSpPr>
              <p:spPr>
                <a:xfrm flipV="1">
                  <a:off x="1491916" y="788068"/>
                  <a:ext cx="0" cy="153402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直接箭头连接符 6">
                  <a:extLst>
                    <a:ext uri="{FF2B5EF4-FFF2-40B4-BE49-F238E27FC236}">
                      <a16:creationId xmlns:a16="http://schemas.microsoft.com/office/drawing/2014/main" id="{A5FA6250-8D08-4DB7-9EB4-93391B4C1F40}"/>
                    </a:ext>
                  </a:extLst>
                </p:cNvPr>
                <p:cNvCxnSpPr/>
                <p:nvPr/>
              </p:nvCxnSpPr>
              <p:spPr>
                <a:xfrm flipV="1">
                  <a:off x="1491916" y="2316080"/>
                  <a:ext cx="3278605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B97A10E6-9847-4AE3-8B76-3F07E8137D90}"/>
                  </a:ext>
                </a:extLst>
              </p:cNvPr>
              <p:cNvSpPr txBox="1"/>
              <p:nvPr/>
            </p:nvSpPr>
            <p:spPr>
              <a:xfrm rot="10800000">
                <a:off x="1014281" y="1676325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power</a:t>
                </a:r>
                <a:endParaRPr lang="zh-CN" altLang="en-US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F89BB80-80C4-4668-AC01-7B1672307C32}"/>
                  </a:ext>
                </a:extLst>
              </p:cNvPr>
              <p:cNvSpPr txBox="1"/>
              <p:nvPr/>
            </p:nvSpPr>
            <p:spPr>
              <a:xfrm rot="16200000">
                <a:off x="4377111" y="2628824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time</a:t>
                </a:r>
                <a:endParaRPr lang="zh-CN" altLang="en-US" dirty="0"/>
              </a:p>
            </p:txBody>
          </p: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36F0AC6B-4FCC-498B-A60C-6818F80688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8032" y="1618247"/>
                <a:ext cx="0" cy="1528012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lg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1CFCEB85-CEB9-4D4A-887C-8699E69ED6D2}"/>
                  </a:ext>
                </a:extLst>
              </p:cNvPr>
              <p:cNvSpPr/>
              <p:nvPr/>
            </p:nvSpPr>
            <p:spPr>
              <a:xfrm>
                <a:off x="1503947" y="1966808"/>
                <a:ext cx="3278606" cy="1042018"/>
              </a:xfrm>
              <a:custGeom>
                <a:avLst/>
                <a:gdLst>
                  <a:gd name="connsiteX0" fmla="*/ 0 w 3278606"/>
                  <a:gd name="connsiteY0" fmla="*/ 1035071 h 1042018"/>
                  <a:gd name="connsiteX1" fmla="*/ 697832 w 3278606"/>
                  <a:gd name="connsiteY1" fmla="*/ 890692 h 1042018"/>
                  <a:gd name="connsiteX2" fmla="*/ 818148 w 3278606"/>
                  <a:gd name="connsiteY2" fmla="*/ 12387 h 1042018"/>
                  <a:gd name="connsiteX3" fmla="*/ 2075448 w 3278606"/>
                  <a:gd name="connsiteY3" fmla="*/ 1004992 h 1042018"/>
                  <a:gd name="connsiteX4" fmla="*/ 2526632 w 3278606"/>
                  <a:gd name="connsiteY4" fmla="*/ 355 h 1042018"/>
                  <a:gd name="connsiteX5" fmla="*/ 3278606 w 3278606"/>
                  <a:gd name="connsiteY5" fmla="*/ 914755 h 1042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78606" h="1042018">
                    <a:moveTo>
                      <a:pt x="0" y="1035071"/>
                    </a:moveTo>
                    <a:cubicBezTo>
                      <a:pt x="280737" y="1048105"/>
                      <a:pt x="561474" y="1061139"/>
                      <a:pt x="697832" y="890692"/>
                    </a:cubicBezTo>
                    <a:cubicBezTo>
                      <a:pt x="834190" y="720245"/>
                      <a:pt x="588546" y="-6663"/>
                      <a:pt x="818148" y="12387"/>
                    </a:cubicBezTo>
                    <a:cubicBezTo>
                      <a:pt x="1047750" y="31437"/>
                      <a:pt x="1790701" y="1006997"/>
                      <a:pt x="2075448" y="1004992"/>
                    </a:cubicBezTo>
                    <a:cubicBezTo>
                      <a:pt x="2360195" y="1002987"/>
                      <a:pt x="2326106" y="15394"/>
                      <a:pt x="2526632" y="355"/>
                    </a:cubicBezTo>
                    <a:cubicBezTo>
                      <a:pt x="2727158" y="-14684"/>
                      <a:pt x="3002882" y="450035"/>
                      <a:pt x="3278606" y="914755"/>
                    </a:cubicBezTo>
                  </a:path>
                </a:pathLst>
              </a:cu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1D7E4A0D-821B-4919-926A-6ECCB82C137B}"/>
                </a:ext>
              </a:extLst>
            </p:cNvPr>
            <p:cNvGrpSpPr/>
            <p:nvPr/>
          </p:nvGrpSpPr>
          <p:grpSpPr>
            <a:xfrm>
              <a:off x="1017553" y="1135471"/>
              <a:ext cx="4243519" cy="1891266"/>
              <a:chOff x="1014281" y="1618247"/>
              <a:chExt cx="4243519" cy="1891266"/>
            </a:xfrm>
          </p:grpSpPr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E1DD2157-8EC7-4A03-84FE-ED8E9CC2B49C}"/>
                  </a:ext>
                </a:extLst>
              </p:cNvPr>
              <p:cNvGrpSpPr/>
              <p:nvPr/>
            </p:nvGrpSpPr>
            <p:grpSpPr>
              <a:xfrm>
                <a:off x="1479884" y="1618247"/>
                <a:ext cx="3278605" cy="1534027"/>
                <a:chOff x="1491916" y="788068"/>
                <a:chExt cx="3278605" cy="1534027"/>
              </a:xfrm>
            </p:grpSpPr>
            <p:cxnSp>
              <p:nvCxnSpPr>
                <p:cNvPr id="22" name="直接箭头连接符 21">
                  <a:extLst>
                    <a:ext uri="{FF2B5EF4-FFF2-40B4-BE49-F238E27FC236}">
                      <a16:creationId xmlns:a16="http://schemas.microsoft.com/office/drawing/2014/main" id="{1CCB1350-EA17-4B53-A4CA-6B84E03EF0D6}"/>
                    </a:ext>
                  </a:extLst>
                </p:cNvPr>
                <p:cNvCxnSpPr/>
                <p:nvPr/>
              </p:nvCxnSpPr>
              <p:spPr>
                <a:xfrm flipV="1">
                  <a:off x="1491916" y="788068"/>
                  <a:ext cx="0" cy="153402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箭头连接符 22">
                  <a:extLst>
                    <a:ext uri="{FF2B5EF4-FFF2-40B4-BE49-F238E27FC236}">
                      <a16:creationId xmlns:a16="http://schemas.microsoft.com/office/drawing/2014/main" id="{8AD57682-FF59-4F46-A3C9-A8A9E8E59746}"/>
                    </a:ext>
                  </a:extLst>
                </p:cNvPr>
                <p:cNvCxnSpPr/>
                <p:nvPr/>
              </p:nvCxnSpPr>
              <p:spPr>
                <a:xfrm flipV="1">
                  <a:off x="1491916" y="2316080"/>
                  <a:ext cx="3278605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0FB3F01-21AD-464A-AAC7-0F9B2BAC3EF1}"/>
                  </a:ext>
                </a:extLst>
              </p:cNvPr>
              <p:cNvSpPr txBox="1"/>
              <p:nvPr/>
            </p:nvSpPr>
            <p:spPr>
              <a:xfrm rot="10800000">
                <a:off x="1014281" y="1676325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power</a:t>
                </a:r>
                <a:endParaRPr lang="zh-CN" altLang="en-US" dirty="0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8599609-92DE-48DE-B698-645B6A218634}"/>
                  </a:ext>
                </a:extLst>
              </p:cNvPr>
              <p:cNvSpPr txBox="1"/>
              <p:nvPr/>
            </p:nvSpPr>
            <p:spPr>
              <a:xfrm rot="16200000">
                <a:off x="4377111" y="2628824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time</a:t>
                </a:r>
                <a:endParaRPr lang="zh-CN" altLang="en-US" dirty="0"/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28E65DD8-D14C-43C6-82A9-8EBAA2219E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8032" y="1618247"/>
                <a:ext cx="0" cy="1528012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lg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1191AB32-271C-4E76-A16F-DAAE48254104}"/>
                  </a:ext>
                </a:extLst>
              </p:cNvPr>
              <p:cNvSpPr/>
              <p:nvPr/>
            </p:nvSpPr>
            <p:spPr>
              <a:xfrm>
                <a:off x="1503947" y="1966808"/>
                <a:ext cx="3278606" cy="1042018"/>
              </a:xfrm>
              <a:custGeom>
                <a:avLst/>
                <a:gdLst>
                  <a:gd name="connsiteX0" fmla="*/ 0 w 3278606"/>
                  <a:gd name="connsiteY0" fmla="*/ 1035071 h 1042018"/>
                  <a:gd name="connsiteX1" fmla="*/ 697832 w 3278606"/>
                  <a:gd name="connsiteY1" fmla="*/ 890692 h 1042018"/>
                  <a:gd name="connsiteX2" fmla="*/ 818148 w 3278606"/>
                  <a:gd name="connsiteY2" fmla="*/ 12387 h 1042018"/>
                  <a:gd name="connsiteX3" fmla="*/ 2075448 w 3278606"/>
                  <a:gd name="connsiteY3" fmla="*/ 1004992 h 1042018"/>
                  <a:gd name="connsiteX4" fmla="*/ 2526632 w 3278606"/>
                  <a:gd name="connsiteY4" fmla="*/ 355 h 1042018"/>
                  <a:gd name="connsiteX5" fmla="*/ 3278606 w 3278606"/>
                  <a:gd name="connsiteY5" fmla="*/ 914755 h 1042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78606" h="1042018">
                    <a:moveTo>
                      <a:pt x="0" y="1035071"/>
                    </a:moveTo>
                    <a:cubicBezTo>
                      <a:pt x="280737" y="1048105"/>
                      <a:pt x="561474" y="1061139"/>
                      <a:pt x="697832" y="890692"/>
                    </a:cubicBezTo>
                    <a:cubicBezTo>
                      <a:pt x="834190" y="720245"/>
                      <a:pt x="588546" y="-6663"/>
                      <a:pt x="818148" y="12387"/>
                    </a:cubicBezTo>
                    <a:cubicBezTo>
                      <a:pt x="1047750" y="31437"/>
                      <a:pt x="1790701" y="1006997"/>
                      <a:pt x="2075448" y="1004992"/>
                    </a:cubicBezTo>
                    <a:cubicBezTo>
                      <a:pt x="2360195" y="1002987"/>
                      <a:pt x="2326106" y="15394"/>
                      <a:pt x="2526632" y="355"/>
                    </a:cubicBezTo>
                    <a:cubicBezTo>
                      <a:pt x="2727158" y="-14684"/>
                      <a:pt x="3002882" y="450035"/>
                      <a:pt x="3278606" y="914755"/>
                    </a:cubicBezTo>
                  </a:path>
                </a:pathLst>
              </a:cu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851645B3-BC0C-406E-90B7-AEA040EB320A}"/>
                </a:ext>
              </a:extLst>
            </p:cNvPr>
            <p:cNvGrpSpPr/>
            <p:nvPr/>
          </p:nvGrpSpPr>
          <p:grpSpPr>
            <a:xfrm>
              <a:off x="1010344" y="2871161"/>
              <a:ext cx="4243519" cy="1891266"/>
              <a:chOff x="1014281" y="1618247"/>
              <a:chExt cx="4243519" cy="1891266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3D450834-591B-43A3-BC5D-3B0D8598FFD5}"/>
                  </a:ext>
                </a:extLst>
              </p:cNvPr>
              <p:cNvGrpSpPr/>
              <p:nvPr/>
            </p:nvGrpSpPr>
            <p:grpSpPr>
              <a:xfrm>
                <a:off x="1479884" y="1618247"/>
                <a:ext cx="3278605" cy="1534027"/>
                <a:chOff x="1491916" y="788068"/>
                <a:chExt cx="3278605" cy="1534027"/>
              </a:xfrm>
            </p:grpSpPr>
            <p:cxnSp>
              <p:nvCxnSpPr>
                <p:cNvPr id="30" name="直接箭头连接符 29">
                  <a:extLst>
                    <a:ext uri="{FF2B5EF4-FFF2-40B4-BE49-F238E27FC236}">
                      <a16:creationId xmlns:a16="http://schemas.microsoft.com/office/drawing/2014/main" id="{1FA1DB32-65E2-4AC1-86F5-5E1D5F594611}"/>
                    </a:ext>
                  </a:extLst>
                </p:cNvPr>
                <p:cNvCxnSpPr/>
                <p:nvPr/>
              </p:nvCxnSpPr>
              <p:spPr>
                <a:xfrm flipV="1">
                  <a:off x="1491916" y="788068"/>
                  <a:ext cx="0" cy="153402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AEF7E9F5-DF41-468C-8D81-EBD4FE61C042}"/>
                    </a:ext>
                  </a:extLst>
                </p:cNvPr>
                <p:cNvCxnSpPr/>
                <p:nvPr/>
              </p:nvCxnSpPr>
              <p:spPr>
                <a:xfrm flipV="1">
                  <a:off x="1491916" y="2316080"/>
                  <a:ext cx="3278605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8D35436-FAA9-40DD-9510-0F79CCEA42D0}"/>
                  </a:ext>
                </a:extLst>
              </p:cNvPr>
              <p:cNvSpPr txBox="1"/>
              <p:nvPr/>
            </p:nvSpPr>
            <p:spPr>
              <a:xfrm rot="10800000">
                <a:off x="1014281" y="1676325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power</a:t>
                </a:r>
                <a:endParaRPr lang="zh-CN" altLang="en-US" dirty="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C7DFE81-F1EC-4017-9FBD-CCBD81328B75}"/>
                  </a:ext>
                </a:extLst>
              </p:cNvPr>
              <p:cNvSpPr txBox="1"/>
              <p:nvPr/>
            </p:nvSpPr>
            <p:spPr>
              <a:xfrm rot="16200000">
                <a:off x="4377111" y="2628824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time</a:t>
                </a:r>
                <a:endParaRPr lang="zh-CN" altLang="en-US" dirty="0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6FD6603A-4F51-4124-BFFC-120894ED63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8032" y="1618247"/>
                <a:ext cx="0" cy="1528012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lg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任意多边形: 形状 28">
                <a:extLst>
                  <a:ext uri="{FF2B5EF4-FFF2-40B4-BE49-F238E27FC236}">
                    <a16:creationId xmlns:a16="http://schemas.microsoft.com/office/drawing/2014/main" id="{E6B95197-C3D5-46F0-ABBE-B60A085C8F2E}"/>
                  </a:ext>
                </a:extLst>
              </p:cNvPr>
              <p:cNvSpPr/>
              <p:nvPr/>
            </p:nvSpPr>
            <p:spPr>
              <a:xfrm>
                <a:off x="1503947" y="1966808"/>
                <a:ext cx="3278606" cy="1042018"/>
              </a:xfrm>
              <a:custGeom>
                <a:avLst/>
                <a:gdLst>
                  <a:gd name="connsiteX0" fmla="*/ 0 w 3278606"/>
                  <a:gd name="connsiteY0" fmla="*/ 1035071 h 1042018"/>
                  <a:gd name="connsiteX1" fmla="*/ 697832 w 3278606"/>
                  <a:gd name="connsiteY1" fmla="*/ 890692 h 1042018"/>
                  <a:gd name="connsiteX2" fmla="*/ 818148 w 3278606"/>
                  <a:gd name="connsiteY2" fmla="*/ 12387 h 1042018"/>
                  <a:gd name="connsiteX3" fmla="*/ 2075448 w 3278606"/>
                  <a:gd name="connsiteY3" fmla="*/ 1004992 h 1042018"/>
                  <a:gd name="connsiteX4" fmla="*/ 2526632 w 3278606"/>
                  <a:gd name="connsiteY4" fmla="*/ 355 h 1042018"/>
                  <a:gd name="connsiteX5" fmla="*/ 3278606 w 3278606"/>
                  <a:gd name="connsiteY5" fmla="*/ 914755 h 1042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78606" h="1042018">
                    <a:moveTo>
                      <a:pt x="0" y="1035071"/>
                    </a:moveTo>
                    <a:cubicBezTo>
                      <a:pt x="280737" y="1048105"/>
                      <a:pt x="561474" y="1061139"/>
                      <a:pt x="697832" y="890692"/>
                    </a:cubicBezTo>
                    <a:cubicBezTo>
                      <a:pt x="834190" y="720245"/>
                      <a:pt x="588546" y="-6663"/>
                      <a:pt x="818148" y="12387"/>
                    </a:cubicBezTo>
                    <a:cubicBezTo>
                      <a:pt x="1047750" y="31437"/>
                      <a:pt x="1790701" y="1006997"/>
                      <a:pt x="2075448" y="1004992"/>
                    </a:cubicBezTo>
                    <a:cubicBezTo>
                      <a:pt x="2360195" y="1002987"/>
                      <a:pt x="2326106" y="15394"/>
                      <a:pt x="2526632" y="355"/>
                    </a:cubicBezTo>
                    <a:cubicBezTo>
                      <a:pt x="2727158" y="-14684"/>
                      <a:pt x="3002882" y="450035"/>
                      <a:pt x="3278606" y="914755"/>
                    </a:cubicBezTo>
                  </a:path>
                </a:pathLst>
              </a:cu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DF36362A-5E27-416D-BC26-07511365C60F}"/>
              </a:ext>
            </a:extLst>
          </p:cNvPr>
          <p:cNvGrpSpPr/>
          <p:nvPr/>
        </p:nvGrpSpPr>
        <p:grpSpPr>
          <a:xfrm>
            <a:off x="331104" y="1193048"/>
            <a:ext cx="4250728" cy="5466158"/>
            <a:chOff x="1010344" y="1135471"/>
            <a:chExt cx="4250728" cy="5466158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A18C2293-0325-49AE-A6C4-6FF7F6B2A951}"/>
                </a:ext>
              </a:extLst>
            </p:cNvPr>
            <p:cNvGrpSpPr/>
            <p:nvPr/>
          </p:nvGrpSpPr>
          <p:grpSpPr>
            <a:xfrm>
              <a:off x="1014281" y="4710363"/>
              <a:ext cx="4243519" cy="1891266"/>
              <a:chOff x="1014281" y="1618247"/>
              <a:chExt cx="4243519" cy="1891266"/>
            </a:xfrm>
          </p:grpSpPr>
          <p:grpSp>
            <p:nvGrpSpPr>
              <p:cNvPr id="51" name="组合 50">
                <a:extLst>
                  <a:ext uri="{FF2B5EF4-FFF2-40B4-BE49-F238E27FC236}">
                    <a16:creationId xmlns:a16="http://schemas.microsoft.com/office/drawing/2014/main" id="{BA52F1FD-C464-4B76-8CE6-FD5024E2959B}"/>
                  </a:ext>
                </a:extLst>
              </p:cNvPr>
              <p:cNvGrpSpPr/>
              <p:nvPr/>
            </p:nvGrpSpPr>
            <p:grpSpPr>
              <a:xfrm>
                <a:off x="1479884" y="1618247"/>
                <a:ext cx="3278605" cy="1534027"/>
                <a:chOff x="1491916" y="788068"/>
                <a:chExt cx="3278605" cy="1534027"/>
              </a:xfrm>
            </p:grpSpPr>
            <p:cxnSp>
              <p:nvCxnSpPr>
                <p:cNvPr id="56" name="直接箭头连接符 55">
                  <a:extLst>
                    <a:ext uri="{FF2B5EF4-FFF2-40B4-BE49-F238E27FC236}">
                      <a16:creationId xmlns:a16="http://schemas.microsoft.com/office/drawing/2014/main" id="{FBCD9DD4-6349-4ECA-9853-BB1F2B189225}"/>
                    </a:ext>
                  </a:extLst>
                </p:cNvPr>
                <p:cNvCxnSpPr/>
                <p:nvPr/>
              </p:nvCxnSpPr>
              <p:spPr>
                <a:xfrm flipV="1">
                  <a:off x="1491916" y="788068"/>
                  <a:ext cx="0" cy="153402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直接箭头连接符 56">
                  <a:extLst>
                    <a:ext uri="{FF2B5EF4-FFF2-40B4-BE49-F238E27FC236}">
                      <a16:creationId xmlns:a16="http://schemas.microsoft.com/office/drawing/2014/main" id="{9B1FFB22-FACA-4514-8102-67F0705272D2}"/>
                    </a:ext>
                  </a:extLst>
                </p:cNvPr>
                <p:cNvCxnSpPr/>
                <p:nvPr/>
              </p:nvCxnSpPr>
              <p:spPr>
                <a:xfrm flipV="1">
                  <a:off x="1491916" y="2316080"/>
                  <a:ext cx="3278605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B986D19-4053-4503-B841-FED2CE038794}"/>
                  </a:ext>
                </a:extLst>
              </p:cNvPr>
              <p:cNvSpPr txBox="1"/>
              <p:nvPr/>
            </p:nvSpPr>
            <p:spPr>
              <a:xfrm rot="10800000">
                <a:off x="1014281" y="1676325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power</a:t>
                </a:r>
                <a:endParaRPr lang="zh-CN" altLang="en-US" dirty="0"/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1AE5CAB5-9743-4D02-9ECD-739ACC73171D}"/>
                  </a:ext>
                </a:extLst>
              </p:cNvPr>
              <p:cNvSpPr txBox="1"/>
              <p:nvPr/>
            </p:nvSpPr>
            <p:spPr>
              <a:xfrm rot="16200000">
                <a:off x="4377111" y="2628824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time</a:t>
                </a:r>
                <a:endParaRPr lang="zh-CN" altLang="en-US" dirty="0"/>
              </a:p>
            </p:txBody>
          </p:sp>
          <p:cxnSp>
            <p:nvCxnSpPr>
              <p:cNvPr id="54" name="直接连接符 53">
                <a:extLst>
                  <a:ext uri="{FF2B5EF4-FFF2-40B4-BE49-F238E27FC236}">
                    <a16:creationId xmlns:a16="http://schemas.microsoft.com/office/drawing/2014/main" id="{BE625F92-DDF0-4F65-8D4F-BA98B6DBFD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8032" y="1618247"/>
                <a:ext cx="0" cy="1528012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lg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任意多边形: 形状 54">
                <a:extLst>
                  <a:ext uri="{FF2B5EF4-FFF2-40B4-BE49-F238E27FC236}">
                    <a16:creationId xmlns:a16="http://schemas.microsoft.com/office/drawing/2014/main" id="{981908A3-4E0D-445C-BF90-31F8A1511E4E}"/>
                  </a:ext>
                </a:extLst>
              </p:cNvPr>
              <p:cNvSpPr/>
              <p:nvPr/>
            </p:nvSpPr>
            <p:spPr>
              <a:xfrm>
                <a:off x="1503947" y="1966808"/>
                <a:ext cx="3278606" cy="1042018"/>
              </a:xfrm>
              <a:custGeom>
                <a:avLst/>
                <a:gdLst>
                  <a:gd name="connsiteX0" fmla="*/ 0 w 3278606"/>
                  <a:gd name="connsiteY0" fmla="*/ 1035071 h 1042018"/>
                  <a:gd name="connsiteX1" fmla="*/ 697832 w 3278606"/>
                  <a:gd name="connsiteY1" fmla="*/ 890692 h 1042018"/>
                  <a:gd name="connsiteX2" fmla="*/ 818148 w 3278606"/>
                  <a:gd name="connsiteY2" fmla="*/ 12387 h 1042018"/>
                  <a:gd name="connsiteX3" fmla="*/ 2075448 w 3278606"/>
                  <a:gd name="connsiteY3" fmla="*/ 1004992 h 1042018"/>
                  <a:gd name="connsiteX4" fmla="*/ 2526632 w 3278606"/>
                  <a:gd name="connsiteY4" fmla="*/ 355 h 1042018"/>
                  <a:gd name="connsiteX5" fmla="*/ 3278606 w 3278606"/>
                  <a:gd name="connsiteY5" fmla="*/ 914755 h 1042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78606" h="1042018">
                    <a:moveTo>
                      <a:pt x="0" y="1035071"/>
                    </a:moveTo>
                    <a:cubicBezTo>
                      <a:pt x="280737" y="1048105"/>
                      <a:pt x="561474" y="1061139"/>
                      <a:pt x="697832" y="890692"/>
                    </a:cubicBezTo>
                    <a:cubicBezTo>
                      <a:pt x="834190" y="720245"/>
                      <a:pt x="588546" y="-6663"/>
                      <a:pt x="818148" y="12387"/>
                    </a:cubicBezTo>
                    <a:cubicBezTo>
                      <a:pt x="1047750" y="31437"/>
                      <a:pt x="1790701" y="1006997"/>
                      <a:pt x="2075448" y="1004992"/>
                    </a:cubicBezTo>
                    <a:cubicBezTo>
                      <a:pt x="2360195" y="1002987"/>
                      <a:pt x="2326106" y="15394"/>
                      <a:pt x="2526632" y="355"/>
                    </a:cubicBezTo>
                    <a:cubicBezTo>
                      <a:pt x="2727158" y="-14684"/>
                      <a:pt x="3002882" y="450035"/>
                      <a:pt x="3278606" y="914755"/>
                    </a:cubicBezTo>
                  </a:path>
                </a:pathLst>
              </a:cu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4E05008B-B16C-4FF2-8636-058D0F88980F}"/>
                </a:ext>
              </a:extLst>
            </p:cNvPr>
            <p:cNvGrpSpPr/>
            <p:nvPr/>
          </p:nvGrpSpPr>
          <p:grpSpPr>
            <a:xfrm>
              <a:off x="1017553" y="1135471"/>
              <a:ext cx="4243519" cy="1891266"/>
              <a:chOff x="1014281" y="1618247"/>
              <a:chExt cx="4243519" cy="1891266"/>
            </a:xfrm>
          </p:grpSpPr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BAA5064E-FF3E-46D3-A62C-32724FAAE390}"/>
                  </a:ext>
                </a:extLst>
              </p:cNvPr>
              <p:cNvGrpSpPr/>
              <p:nvPr/>
            </p:nvGrpSpPr>
            <p:grpSpPr>
              <a:xfrm>
                <a:off x="1479884" y="1618247"/>
                <a:ext cx="3278605" cy="1534027"/>
                <a:chOff x="1491916" y="788068"/>
                <a:chExt cx="3278605" cy="1534027"/>
              </a:xfrm>
            </p:grpSpPr>
            <p:cxnSp>
              <p:nvCxnSpPr>
                <p:cNvPr id="49" name="直接箭头连接符 48">
                  <a:extLst>
                    <a:ext uri="{FF2B5EF4-FFF2-40B4-BE49-F238E27FC236}">
                      <a16:creationId xmlns:a16="http://schemas.microsoft.com/office/drawing/2014/main" id="{CEC253E0-0131-4126-ACB3-5E1E99105049}"/>
                    </a:ext>
                  </a:extLst>
                </p:cNvPr>
                <p:cNvCxnSpPr/>
                <p:nvPr/>
              </p:nvCxnSpPr>
              <p:spPr>
                <a:xfrm flipV="1">
                  <a:off x="1491916" y="788068"/>
                  <a:ext cx="0" cy="153402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直接箭头连接符 49">
                  <a:extLst>
                    <a:ext uri="{FF2B5EF4-FFF2-40B4-BE49-F238E27FC236}">
                      <a16:creationId xmlns:a16="http://schemas.microsoft.com/office/drawing/2014/main" id="{52736BD5-38F7-4DEE-9551-DCFE4908F964}"/>
                    </a:ext>
                  </a:extLst>
                </p:cNvPr>
                <p:cNvCxnSpPr/>
                <p:nvPr/>
              </p:nvCxnSpPr>
              <p:spPr>
                <a:xfrm flipV="1">
                  <a:off x="1491916" y="2316080"/>
                  <a:ext cx="3278605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50A5C64-3D6C-4F08-B063-D0DA851140BE}"/>
                  </a:ext>
                </a:extLst>
              </p:cNvPr>
              <p:cNvSpPr txBox="1"/>
              <p:nvPr/>
            </p:nvSpPr>
            <p:spPr>
              <a:xfrm rot="10800000">
                <a:off x="1014281" y="1676325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power</a:t>
                </a:r>
                <a:endParaRPr lang="zh-CN" altLang="en-US" dirty="0"/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E4196937-A337-4793-849B-A82B66409EF2}"/>
                  </a:ext>
                </a:extLst>
              </p:cNvPr>
              <p:cNvSpPr txBox="1"/>
              <p:nvPr/>
            </p:nvSpPr>
            <p:spPr>
              <a:xfrm rot="16200000">
                <a:off x="4377111" y="2628824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time</a:t>
                </a:r>
                <a:endParaRPr lang="zh-CN" altLang="en-US" dirty="0"/>
              </a:p>
            </p:txBody>
          </p:sp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48F69DF2-33E8-4948-AE96-8835DA65A0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8032" y="1618247"/>
                <a:ext cx="0" cy="1528012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lg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8B6231CA-7342-459F-B433-616C343E6F96}"/>
                  </a:ext>
                </a:extLst>
              </p:cNvPr>
              <p:cNvSpPr/>
              <p:nvPr/>
            </p:nvSpPr>
            <p:spPr>
              <a:xfrm>
                <a:off x="1503947" y="1966808"/>
                <a:ext cx="3278606" cy="1042018"/>
              </a:xfrm>
              <a:custGeom>
                <a:avLst/>
                <a:gdLst>
                  <a:gd name="connsiteX0" fmla="*/ 0 w 3278606"/>
                  <a:gd name="connsiteY0" fmla="*/ 1035071 h 1042018"/>
                  <a:gd name="connsiteX1" fmla="*/ 697832 w 3278606"/>
                  <a:gd name="connsiteY1" fmla="*/ 890692 h 1042018"/>
                  <a:gd name="connsiteX2" fmla="*/ 818148 w 3278606"/>
                  <a:gd name="connsiteY2" fmla="*/ 12387 h 1042018"/>
                  <a:gd name="connsiteX3" fmla="*/ 2075448 w 3278606"/>
                  <a:gd name="connsiteY3" fmla="*/ 1004992 h 1042018"/>
                  <a:gd name="connsiteX4" fmla="*/ 2526632 w 3278606"/>
                  <a:gd name="connsiteY4" fmla="*/ 355 h 1042018"/>
                  <a:gd name="connsiteX5" fmla="*/ 3278606 w 3278606"/>
                  <a:gd name="connsiteY5" fmla="*/ 914755 h 1042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78606" h="1042018">
                    <a:moveTo>
                      <a:pt x="0" y="1035071"/>
                    </a:moveTo>
                    <a:cubicBezTo>
                      <a:pt x="280737" y="1048105"/>
                      <a:pt x="561474" y="1061139"/>
                      <a:pt x="697832" y="890692"/>
                    </a:cubicBezTo>
                    <a:cubicBezTo>
                      <a:pt x="834190" y="720245"/>
                      <a:pt x="588546" y="-6663"/>
                      <a:pt x="818148" y="12387"/>
                    </a:cubicBezTo>
                    <a:cubicBezTo>
                      <a:pt x="1047750" y="31437"/>
                      <a:pt x="1790701" y="1006997"/>
                      <a:pt x="2075448" y="1004992"/>
                    </a:cubicBezTo>
                    <a:cubicBezTo>
                      <a:pt x="2360195" y="1002987"/>
                      <a:pt x="2326106" y="15394"/>
                      <a:pt x="2526632" y="355"/>
                    </a:cubicBezTo>
                    <a:cubicBezTo>
                      <a:pt x="2727158" y="-14684"/>
                      <a:pt x="3002882" y="450035"/>
                      <a:pt x="3278606" y="914755"/>
                    </a:cubicBezTo>
                  </a:path>
                </a:pathLst>
              </a:cu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FE7BEE2D-CF09-4336-B749-2AB729026C09}"/>
                </a:ext>
              </a:extLst>
            </p:cNvPr>
            <p:cNvGrpSpPr/>
            <p:nvPr/>
          </p:nvGrpSpPr>
          <p:grpSpPr>
            <a:xfrm>
              <a:off x="1010344" y="2871161"/>
              <a:ext cx="4243519" cy="1891266"/>
              <a:chOff x="1014281" y="1618247"/>
              <a:chExt cx="4243519" cy="1891266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36CC4461-BDEB-4D3C-ABA6-2CBFC2E61D07}"/>
                  </a:ext>
                </a:extLst>
              </p:cNvPr>
              <p:cNvGrpSpPr/>
              <p:nvPr/>
            </p:nvGrpSpPr>
            <p:grpSpPr>
              <a:xfrm>
                <a:off x="1479884" y="1618247"/>
                <a:ext cx="3278605" cy="1534027"/>
                <a:chOff x="1491916" y="788068"/>
                <a:chExt cx="3278605" cy="1534027"/>
              </a:xfrm>
            </p:grpSpPr>
            <p:cxnSp>
              <p:nvCxnSpPr>
                <p:cNvPr id="42" name="直接箭头连接符 41">
                  <a:extLst>
                    <a:ext uri="{FF2B5EF4-FFF2-40B4-BE49-F238E27FC236}">
                      <a16:creationId xmlns:a16="http://schemas.microsoft.com/office/drawing/2014/main" id="{658FA091-7F61-4BA4-AD3A-847645F9954C}"/>
                    </a:ext>
                  </a:extLst>
                </p:cNvPr>
                <p:cNvCxnSpPr/>
                <p:nvPr/>
              </p:nvCxnSpPr>
              <p:spPr>
                <a:xfrm flipV="1">
                  <a:off x="1491916" y="788068"/>
                  <a:ext cx="0" cy="153402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>
                  <a:extLst>
                    <a:ext uri="{FF2B5EF4-FFF2-40B4-BE49-F238E27FC236}">
                      <a16:creationId xmlns:a16="http://schemas.microsoft.com/office/drawing/2014/main" id="{6571068E-6A0A-428B-BA07-35B55449E27B}"/>
                    </a:ext>
                  </a:extLst>
                </p:cNvPr>
                <p:cNvCxnSpPr/>
                <p:nvPr/>
              </p:nvCxnSpPr>
              <p:spPr>
                <a:xfrm flipV="1">
                  <a:off x="1491916" y="2316080"/>
                  <a:ext cx="3278605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8C29238C-12A9-4A96-A8CF-565691B835B5}"/>
                  </a:ext>
                </a:extLst>
              </p:cNvPr>
              <p:cNvSpPr txBox="1"/>
              <p:nvPr/>
            </p:nvSpPr>
            <p:spPr>
              <a:xfrm rot="10800000">
                <a:off x="1014281" y="1676325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power</a:t>
                </a:r>
                <a:endParaRPr lang="zh-CN" altLang="en-US" dirty="0"/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141CE1C1-6518-477D-B604-50399746A718}"/>
                  </a:ext>
                </a:extLst>
              </p:cNvPr>
              <p:cNvSpPr txBox="1"/>
              <p:nvPr/>
            </p:nvSpPr>
            <p:spPr>
              <a:xfrm rot="16200000">
                <a:off x="4377111" y="2628824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time</a:t>
                </a:r>
                <a:endParaRPr lang="zh-CN" altLang="en-US" dirty="0"/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B2AF66B9-107E-4767-A2CF-DA4965F6DF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8032" y="1618247"/>
                <a:ext cx="0" cy="1528012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lg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3022EBA4-73AD-4564-B218-686725BDE202}"/>
                  </a:ext>
                </a:extLst>
              </p:cNvPr>
              <p:cNvSpPr/>
              <p:nvPr/>
            </p:nvSpPr>
            <p:spPr>
              <a:xfrm>
                <a:off x="1503947" y="1966808"/>
                <a:ext cx="3278606" cy="1042018"/>
              </a:xfrm>
              <a:custGeom>
                <a:avLst/>
                <a:gdLst>
                  <a:gd name="connsiteX0" fmla="*/ 0 w 3278606"/>
                  <a:gd name="connsiteY0" fmla="*/ 1035071 h 1042018"/>
                  <a:gd name="connsiteX1" fmla="*/ 697832 w 3278606"/>
                  <a:gd name="connsiteY1" fmla="*/ 890692 h 1042018"/>
                  <a:gd name="connsiteX2" fmla="*/ 818148 w 3278606"/>
                  <a:gd name="connsiteY2" fmla="*/ 12387 h 1042018"/>
                  <a:gd name="connsiteX3" fmla="*/ 2075448 w 3278606"/>
                  <a:gd name="connsiteY3" fmla="*/ 1004992 h 1042018"/>
                  <a:gd name="connsiteX4" fmla="*/ 2526632 w 3278606"/>
                  <a:gd name="connsiteY4" fmla="*/ 355 h 1042018"/>
                  <a:gd name="connsiteX5" fmla="*/ 3278606 w 3278606"/>
                  <a:gd name="connsiteY5" fmla="*/ 914755 h 1042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78606" h="1042018">
                    <a:moveTo>
                      <a:pt x="0" y="1035071"/>
                    </a:moveTo>
                    <a:cubicBezTo>
                      <a:pt x="280737" y="1048105"/>
                      <a:pt x="561474" y="1061139"/>
                      <a:pt x="697832" y="890692"/>
                    </a:cubicBezTo>
                    <a:cubicBezTo>
                      <a:pt x="834190" y="720245"/>
                      <a:pt x="588546" y="-6663"/>
                      <a:pt x="818148" y="12387"/>
                    </a:cubicBezTo>
                    <a:cubicBezTo>
                      <a:pt x="1047750" y="31437"/>
                      <a:pt x="1790701" y="1006997"/>
                      <a:pt x="2075448" y="1004992"/>
                    </a:cubicBezTo>
                    <a:cubicBezTo>
                      <a:pt x="2360195" y="1002987"/>
                      <a:pt x="2326106" y="15394"/>
                      <a:pt x="2526632" y="355"/>
                    </a:cubicBezTo>
                    <a:cubicBezTo>
                      <a:pt x="2727158" y="-14684"/>
                      <a:pt x="3002882" y="450035"/>
                      <a:pt x="3278606" y="914755"/>
                    </a:cubicBezTo>
                  </a:path>
                </a:pathLst>
              </a:cu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D51FE464-826B-4843-87AF-F4D7CE3BEEEF}"/>
              </a:ext>
            </a:extLst>
          </p:cNvPr>
          <p:cNvGrpSpPr/>
          <p:nvPr/>
        </p:nvGrpSpPr>
        <p:grpSpPr>
          <a:xfrm>
            <a:off x="4257246" y="1193048"/>
            <a:ext cx="4250728" cy="5466158"/>
            <a:chOff x="1010344" y="1135471"/>
            <a:chExt cx="4250728" cy="5466158"/>
          </a:xfrm>
        </p:grpSpPr>
        <p:grpSp>
          <p:nvGrpSpPr>
            <p:cNvPr id="59" name="组合 58">
              <a:extLst>
                <a:ext uri="{FF2B5EF4-FFF2-40B4-BE49-F238E27FC236}">
                  <a16:creationId xmlns:a16="http://schemas.microsoft.com/office/drawing/2014/main" id="{EA2D454A-CF3C-4CFB-8D53-D082F6DDD663}"/>
                </a:ext>
              </a:extLst>
            </p:cNvPr>
            <p:cNvGrpSpPr/>
            <p:nvPr/>
          </p:nvGrpSpPr>
          <p:grpSpPr>
            <a:xfrm>
              <a:off x="1014281" y="4710363"/>
              <a:ext cx="4243519" cy="1891266"/>
              <a:chOff x="1014281" y="1618247"/>
              <a:chExt cx="4243519" cy="1891266"/>
            </a:xfrm>
          </p:grpSpPr>
          <p:grpSp>
            <p:nvGrpSpPr>
              <p:cNvPr id="76" name="组合 75">
                <a:extLst>
                  <a:ext uri="{FF2B5EF4-FFF2-40B4-BE49-F238E27FC236}">
                    <a16:creationId xmlns:a16="http://schemas.microsoft.com/office/drawing/2014/main" id="{B1A1B575-024E-4106-8046-9ED9C40A07A6}"/>
                  </a:ext>
                </a:extLst>
              </p:cNvPr>
              <p:cNvGrpSpPr/>
              <p:nvPr/>
            </p:nvGrpSpPr>
            <p:grpSpPr>
              <a:xfrm>
                <a:off x="1479884" y="1618247"/>
                <a:ext cx="3278605" cy="1534027"/>
                <a:chOff x="1491916" y="788068"/>
                <a:chExt cx="3278605" cy="1534027"/>
              </a:xfrm>
            </p:grpSpPr>
            <p:cxnSp>
              <p:nvCxnSpPr>
                <p:cNvPr id="81" name="直接箭头连接符 80">
                  <a:extLst>
                    <a:ext uri="{FF2B5EF4-FFF2-40B4-BE49-F238E27FC236}">
                      <a16:creationId xmlns:a16="http://schemas.microsoft.com/office/drawing/2014/main" id="{E79E798E-B1F7-4F04-9CFD-94126EB7C35A}"/>
                    </a:ext>
                  </a:extLst>
                </p:cNvPr>
                <p:cNvCxnSpPr/>
                <p:nvPr/>
              </p:nvCxnSpPr>
              <p:spPr>
                <a:xfrm flipV="1">
                  <a:off x="1491916" y="788068"/>
                  <a:ext cx="0" cy="153402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箭头连接符 81">
                  <a:extLst>
                    <a:ext uri="{FF2B5EF4-FFF2-40B4-BE49-F238E27FC236}">
                      <a16:creationId xmlns:a16="http://schemas.microsoft.com/office/drawing/2014/main" id="{84937A9F-D33E-4E50-84E5-0BD592994221}"/>
                    </a:ext>
                  </a:extLst>
                </p:cNvPr>
                <p:cNvCxnSpPr/>
                <p:nvPr/>
              </p:nvCxnSpPr>
              <p:spPr>
                <a:xfrm flipV="1">
                  <a:off x="1491916" y="2316080"/>
                  <a:ext cx="3278605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992D158B-E0C8-4B0C-A84C-167DBAEFC690}"/>
                  </a:ext>
                </a:extLst>
              </p:cNvPr>
              <p:cNvSpPr txBox="1"/>
              <p:nvPr/>
            </p:nvSpPr>
            <p:spPr>
              <a:xfrm rot="10800000">
                <a:off x="1014281" y="1676325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power</a:t>
                </a:r>
                <a:endParaRPr lang="zh-CN" altLang="en-US" dirty="0"/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A2B25C6C-9CA7-4694-A9D6-1401073096C7}"/>
                  </a:ext>
                </a:extLst>
              </p:cNvPr>
              <p:cNvSpPr txBox="1"/>
              <p:nvPr/>
            </p:nvSpPr>
            <p:spPr>
              <a:xfrm rot="16200000">
                <a:off x="4377111" y="2628824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time</a:t>
                </a:r>
                <a:endParaRPr lang="zh-CN" altLang="en-US" dirty="0"/>
              </a:p>
            </p:txBody>
          </p:sp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3F59D30E-F46F-45E5-A23E-A3EA048B89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8032" y="1618247"/>
                <a:ext cx="0" cy="1528012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lg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任意多边形: 形状 79">
                <a:extLst>
                  <a:ext uri="{FF2B5EF4-FFF2-40B4-BE49-F238E27FC236}">
                    <a16:creationId xmlns:a16="http://schemas.microsoft.com/office/drawing/2014/main" id="{D1F0C778-E9A8-405F-BD01-CFE2A4A201C1}"/>
                  </a:ext>
                </a:extLst>
              </p:cNvPr>
              <p:cNvSpPr/>
              <p:nvPr/>
            </p:nvSpPr>
            <p:spPr>
              <a:xfrm>
                <a:off x="1503947" y="1966808"/>
                <a:ext cx="3278606" cy="1042018"/>
              </a:xfrm>
              <a:custGeom>
                <a:avLst/>
                <a:gdLst>
                  <a:gd name="connsiteX0" fmla="*/ 0 w 3278606"/>
                  <a:gd name="connsiteY0" fmla="*/ 1035071 h 1042018"/>
                  <a:gd name="connsiteX1" fmla="*/ 697832 w 3278606"/>
                  <a:gd name="connsiteY1" fmla="*/ 890692 h 1042018"/>
                  <a:gd name="connsiteX2" fmla="*/ 818148 w 3278606"/>
                  <a:gd name="connsiteY2" fmla="*/ 12387 h 1042018"/>
                  <a:gd name="connsiteX3" fmla="*/ 2075448 w 3278606"/>
                  <a:gd name="connsiteY3" fmla="*/ 1004992 h 1042018"/>
                  <a:gd name="connsiteX4" fmla="*/ 2526632 w 3278606"/>
                  <a:gd name="connsiteY4" fmla="*/ 355 h 1042018"/>
                  <a:gd name="connsiteX5" fmla="*/ 3278606 w 3278606"/>
                  <a:gd name="connsiteY5" fmla="*/ 914755 h 1042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78606" h="1042018">
                    <a:moveTo>
                      <a:pt x="0" y="1035071"/>
                    </a:moveTo>
                    <a:cubicBezTo>
                      <a:pt x="280737" y="1048105"/>
                      <a:pt x="561474" y="1061139"/>
                      <a:pt x="697832" y="890692"/>
                    </a:cubicBezTo>
                    <a:cubicBezTo>
                      <a:pt x="834190" y="720245"/>
                      <a:pt x="588546" y="-6663"/>
                      <a:pt x="818148" y="12387"/>
                    </a:cubicBezTo>
                    <a:cubicBezTo>
                      <a:pt x="1047750" y="31437"/>
                      <a:pt x="1790701" y="1006997"/>
                      <a:pt x="2075448" y="1004992"/>
                    </a:cubicBezTo>
                    <a:cubicBezTo>
                      <a:pt x="2360195" y="1002987"/>
                      <a:pt x="2326106" y="15394"/>
                      <a:pt x="2526632" y="355"/>
                    </a:cubicBezTo>
                    <a:cubicBezTo>
                      <a:pt x="2727158" y="-14684"/>
                      <a:pt x="3002882" y="450035"/>
                      <a:pt x="3278606" y="914755"/>
                    </a:cubicBezTo>
                  </a:path>
                </a:pathLst>
              </a:cu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A0926E5C-D442-4DD7-87EA-472885B92C4C}"/>
                </a:ext>
              </a:extLst>
            </p:cNvPr>
            <p:cNvGrpSpPr/>
            <p:nvPr/>
          </p:nvGrpSpPr>
          <p:grpSpPr>
            <a:xfrm>
              <a:off x="1017553" y="1135471"/>
              <a:ext cx="4243519" cy="1891266"/>
              <a:chOff x="1014281" y="1618247"/>
              <a:chExt cx="4243519" cy="1891266"/>
            </a:xfrm>
          </p:grpSpPr>
          <p:grpSp>
            <p:nvGrpSpPr>
              <p:cNvPr id="69" name="组合 68">
                <a:extLst>
                  <a:ext uri="{FF2B5EF4-FFF2-40B4-BE49-F238E27FC236}">
                    <a16:creationId xmlns:a16="http://schemas.microsoft.com/office/drawing/2014/main" id="{E2A50235-40D7-4217-A417-E763BDBA4DBA}"/>
                  </a:ext>
                </a:extLst>
              </p:cNvPr>
              <p:cNvGrpSpPr/>
              <p:nvPr/>
            </p:nvGrpSpPr>
            <p:grpSpPr>
              <a:xfrm>
                <a:off x="1479884" y="1618247"/>
                <a:ext cx="3278605" cy="1534027"/>
                <a:chOff x="1491916" y="788068"/>
                <a:chExt cx="3278605" cy="1534027"/>
              </a:xfrm>
            </p:grpSpPr>
            <p:cxnSp>
              <p:nvCxnSpPr>
                <p:cNvPr id="74" name="直接箭头连接符 73">
                  <a:extLst>
                    <a:ext uri="{FF2B5EF4-FFF2-40B4-BE49-F238E27FC236}">
                      <a16:creationId xmlns:a16="http://schemas.microsoft.com/office/drawing/2014/main" id="{260D86F4-D5F2-4077-895E-6300797C33E7}"/>
                    </a:ext>
                  </a:extLst>
                </p:cNvPr>
                <p:cNvCxnSpPr/>
                <p:nvPr/>
              </p:nvCxnSpPr>
              <p:spPr>
                <a:xfrm flipV="1">
                  <a:off x="1491916" y="788068"/>
                  <a:ext cx="0" cy="153402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直接箭头连接符 74">
                  <a:extLst>
                    <a:ext uri="{FF2B5EF4-FFF2-40B4-BE49-F238E27FC236}">
                      <a16:creationId xmlns:a16="http://schemas.microsoft.com/office/drawing/2014/main" id="{AB78B936-47F2-445E-A746-07B78E535723}"/>
                    </a:ext>
                  </a:extLst>
                </p:cNvPr>
                <p:cNvCxnSpPr/>
                <p:nvPr/>
              </p:nvCxnSpPr>
              <p:spPr>
                <a:xfrm flipV="1">
                  <a:off x="1491916" y="2316080"/>
                  <a:ext cx="3278605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24E0C2AD-89C4-4BEF-834A-5C8ECC8FED53}"/>
                  </a:ext>
                </a:extLst>
              </p:cNvPr>
              <p:cNvSpPr txBox="1"/>
              <p:nvPr/>
            </p:nvSpPr>
            <p:spPr>
              <a:xfrm rot="10800000">
                <a:off x="1014281" y="1676325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power</a:t>
                </a:r>
                <a:endParaRPr lang="zh-CN" altLang="en-US" dirty="0"/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8BEB70AB-B765-4074-A315-3C9A4EE9B884}"/>
                  </a:ext>
                </a:extLst>
              </p:cNvPr>
              <p:cNvSpPr txBox="1"/>
              <p:nvPr/>
            </p:nvSpPr>
            <p:spPr>
              <a:xfrm rot="16200000">
                <a:off x="4377111" y="2628824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time</a:t>
                </a:r>
                <a:endParaRPr lang="zh-CN" altLang="en-US" dirty="0"/>
              </a:p>
            </p:txBody>
          </p:sp>
          <p:cxnSp>
            <p:nvCxnSpPr>
              <p:cNvPr id="72" name="直接连接符 71">
                <a:extLst>
                  <a:ext uri="{FF2B5EF4-FFF2-40B4-BE49-F238E27FC236}">
                    <a16:creationId xmlns:a16="http://schemas.microsoft.com/office/drawing/2014/main" id="{991B83E2-796B-429F-A17A-E90F940BDE0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8032" y="1618247"/>
                <a:ext cx="0" cy="1528012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lg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789A2A7B-92CD-4284-A537-AFBA4F2811D2}"/>
                  </a:ext>
                </a:extLst>
              </p:cNvPr>
              <p:cNvSpPr/>
              <p:nvPr/>
            </p:nvSpPr>
            <p:spPr>
              <a:xfrm>
                <a:off x="1503947" y="1966808"/>
                <a:ext cx="3278606" cy="1042018"/>
              </a:xfrm>
              <a:custGeom>
                <a:avLst/>
                <a:gdLst>
                  <a:gd name="connsiteX0" fmla="*/ 0 w 3278606"/>
                  <a:gd name="connsiteY0" fmla="*/ 1035071 h 1042018"/>
                  <a:gd name="connsiteX1" fmla="*/ 697832 w 3278606"/>
                  <a:gd name="connsiteY1" fmla="*/ 890692 h 1042018"/>
                  <a:gd name="connsiteX2" fmla="*/ 818148 w 3278606"/>
                  <a:gd name="connsiteY2" fmla="*/ 12387 h 1042018"/>
                  <a:gd name="connsiteX3" fmla="*/ 2075448 w 3278606"/>
                  <a:gd name="connsiteY3" fmla="*/ 1004992 h 1042018"/>
                  <a:gd name="connsiteX4" fmla="*/ 2526632 w 3278606"/>
                  <a:gd name="connsiteY4" fmla="*/ 355 h 1042018"/>
                  <a:gd name="connsiteX5" fmla="*/ 3278606 w 3278606"/>
                  <a:gd name="connsiteY5" fmla="*/ 914755 h 1042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78606" h="1042018">
                    <a:moveTo>
                      <a:pt x="0" y="1035071"/>
                    </a:moveTo>
                    <a:cubicBezTo>
                      <a:pt x="280737" y="1048105"/>
                      <a:pt x="561474" y="1061139"/>
                      <a:pt x="697832" y="890692"/>
                    </a:cubicBezTo>
                    <a:cubicBezTo>
                      <a:pt x="834190" y="720245"/>
                      <a:pt x="588546" y="-6663"/>
                      <a:pt x="818148" y="12387"/>
                    </a:cubicBezTo>
                    <a:cubicBezTo>
                      <a:pt x="1047750" y="31437"/>
                      <a:pt x="1790701" y="1006997"/>
                      <a:pt x="2075448" y="1004992"/>
                    </a:cubicBezTo>
                    <a:cubicBezTo>
                      <a:pt x="2360195" y="1002987"/>
                      <a:pt x="2326106" y="15394"/>
                      <a:pt x="2526632" y="355"/>
                    </a:cubicBezTo>
                    <a:cubicBezTo>
                      <a:pt x="2727158" y="-14684"/>
                      <a:pt x="3002882" y="450035"/>
                      <a:pt x="3278606" y="914755"/>
                    </a:cubicBezTo>
                  </a:path>
                </a:pathLst>
              </a:cu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960B5726-1CA0-45FE-8B58-306516908F4A}"/>
                </a:ext>
              </a:extLst>
            </p:cNvPr>
            <p:cNvGrpSpPr/>
            <p:nvPr/>
          </p:nvGrpSpPr>
          <p:grpSpPr>
            <a:xfrm>
              <a:off x="1010344" y="2871161"/>
              <a:ext cx="4243519" cy="1891266"/>
              <a:chOff x="1014281" y="1618247"/>
              <a:chExt cx="4243519" cy="1891266"/>
            </a:xfrm>
          </p:grpSpPr>
          <p:grpSp>
            <p:nvGrpSpPr>
              <p:cNvPr id="62" name="组合 61">
                <a:extLst>
                  <a:ext uri="{FF2B5EF4-FFF2-40B4-BE49-F238E27FC236}">
                    <a16:creationId xmlns:a16="http://schemas.microsoft.com/office/drawing/2014/main" id="{5CB544C1-DEF9-4FCB-8B1E-70A75D04355B}"/>
                  </a:ext>
                </a:extLst>
              </p:cNvPr>
              <p:cNvGrpSpPr/>
              <p:nvPr/>
            </p:nvGrpSpPr>
            <p:grpSpPr>
              <a:xfrm>
                <a:off x="1479884" y="1618247"/>
                <a:ext cx="3278605" cy="1534027"/>
                <a:chOff x="1491916" y="788068"/>
                <a:chExt cx="3278605" cy="1534027"/>
              </a:xfrm>
            </p:grpSpPr>
            <p:cxnSp>
              <p:nvCxnSpPr>
                <p:cNvPr id="67" name="直接箭头连接符 66">
                  <a:extLst>
                    <a:ext uri="{FF2B5EF4-FFF2-40B4-BE49-F238E27FC236}">
                      <a16:creationId xmlns:a16="http://schemas.microsoft.com/office/drawing/2014/main" id="{11328DEC-869F-437B-84E7-C0CE5A427350}"/>
                    </a:ext>
                  </a:extLst>
                </p:cNvPr>
                <p:cNvCxnSpPr/>
                <p:nvPr/>
              </p:nvCxnSpPr>
              <p:spPr>
                <a:xfrm flipV="1">
                  <a:off x="1491916" y="788068"/>
                  <a:ext cx="0" cy="153402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接箭头连接符 67">
                  <a:extLst>
                    <a:ext uri="{FF2B5EF4-FFF2-40B4-BE49-F238E27FC236}">
                      <a16:creationId xmlns:a16="http://schemas.microsoft.com/office/drawing/2014/main" id="{DB07C7C9-3CC7-4BD9-A171-416110ADE265}"/>
                    </a:ext>
                  </a:extLst>
                </p:cNvPr>
                <p:cNvCxnSpPr/>
                <p:nvPr/>
              </p:nvCxnSpPr>
              <p:spPr>
                <a:xfrm flipV="1">
                  <a:off x="1491916" y="2316080"/>
                  <a:ext cx="3278605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601ABDE-183D-435C-87B0-2DAA45B6AD2D}"/>
                  </a:ext>
                </a:extLst>
              </p:cNvPr>
              <p:cNvSpPr txBox="1"/>
              <p:nvPr/>
            </p:nvSpPr>
            <p:spPr>
              <a:xfrm rot="10800000">
                <a:off x="1014281" y="1676325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power</a:t>
                </a:r>
                <a:endParaRPr lang="zh-CN" altLang="en-US" dirty="0"/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9FA95876-0DF2-412E-A232-9F17A79C699B}"/>
                  </a:ext>
                </a:extLst>
              </p:cNvPr>
              <p:cNvSpPr txBox="1"/>
              <p:nvPr/>
            </p:nvSpPr>
            <p:spPr>
              <a:xfrm rot="16200000">
                <a:off x="4377111" y="2628824"/>
                <a:ext cx="461665" cy="1299713"/>
              </a:xfrm>
              <a:prstGeom prst="rect">
                <a:avLst/>
              </a:prstGeom>
            </p:spPr>
            <p:txBody>
              <a:bodyPr vert="eaVert" wrap="square" rtlCol="0">
                <a:spAutoFit/>
              </a:bodyPr>
              <a:lstStyle/>
              <a:p>
                <a:r>
                  <a:rPr lang="en-US" altLang="zh-CN" dirty="0"/>
                  <a:t>time</a:t>
                </a:r>
                <a:endParaRPr lang="zh-CN" altLang="en-US" dirty="0"/>
              </a:p>
            </p:txBody>
          </p:sp>
          <p:cxnSp>
            <p:nvCxnSpPr>
              <p:cNvPr id="65" name="直接连接符 64">
                <a:extLst>
                  <a:ext uri="{FF2B5EF4-FFF2-40B4-BE49-F238E27FC236}">
                    <a16:creationId xmlns:a16="http://schemas.microsoft.com/office/drawing/2014/main" id="{2A669454-AE3D-41E6-9531-56DB7B152A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98032" y="1618247"/>
                <a:ext cx="0" cy="1528012"/>
              </a:xfrm>
              <a:prstGeom prst="line">
                <a:avLst/>
              </a:prstGeom>
              <a:ln w="28575">
                <a:solidFill>
                  <a:schemeClr val="bg2">
                    <a:lumMod val="50000"/>
                  </a:schemeClr>
                </a:solidFill>
                <a:prstDash val="lg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任意多边形: 形状 65">
                <a:extLst>
                  <a:ext uri="{FF2B5EF4-FFF2-40B4-BE49-F238E27FC236}">
                    <a16:creationId xmlns:a16="http://schemas.microsoft.com/office/drawing/2014/main" id="{5D1109E8-4385-438A-9953-F93923ADC72E}"/>
                  </a:ext>
                </a:extLst>
              </p:cNvPr>
              <p:cNvSpPr/>
              <p:nvPr/>
            </p:nvSpPr>
            <p:spPr>
              <a:xfrm>
                <a:off x="1503947" y="1966808"/>
                <a:ext cx="3278606" cy="1042018"/>
              </a:xfrm>
              <a:custGeom>
                <a:avLst/>
                <a:gdLst>
                  <a:gd name="connsiteX0" fmla="*/ 0 w 3278606"/>
                  <a:gd name="connsiteY0" fmla="*/ 1035071 h 1042018"/>
                  <a:gd name="connsiteX1" fmla="*/ 697832 w 3278606"/>
                  <a:gd name="connsiteY1" fmla="*/ 890692 h 1042018"/>
                  <a:gd name="connsiteX2" fmla="*/ 818148 w 3278606"/>
                  <a:gd name="connsiteY2" fmla="*/ 12387 h 1042018"/>
                  <a:gd name="connsiteX3" fmla="*/ 2075448 w 3278606"/>
                  <a:gd name="connsiteY3" fmla="*/ 1004992 h 1042018"/>
                  <a:gd name="connsiteX4" fmla="*/ 2526632 w 3278606"/>
                  <a:gd name="connsiteY4" fmla="*/ 355 h 1042018"/>
                  <a:gd name="connsiteX5" fmla="*/ 3278606 w 3278606"/>
                  <a:gd name="connsiteY5" fmla="*/ 914755 h 1042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78606" h="1042018">
                    <a:moveTo>
                      <a:pt x="0" y="1035071"/>
                    </a:moveTo>
                    <a:cubicBezTo>
                      <a:pt x="280737" y="1048105"/>
                      <a:pt x="561474" y="1061139"/>
                      <a:pt x="697832" y="890692"/>
                    </a:cubicBezTo>
                    <a:cubicBezTo>
                      <a:pt x="834190" y="720245"/>
                      <a:pt x="588546" y="-6663"/>
                      <a:pt x="818148" y="12387"/>
                    </a:cubicBezTo>
                    <a:cubicBezTo>
                      <a:pt x="1047750" y="31437"/>
                      <a:pt x="1790701" y="1006997"/>
                      <a:pt x="2075448" y="1004992"/>
                    </a:cubicBezTo>
                    <a:cubicBezTo>
                      <a:pt x="2360195" y="1002987"/>
                      <a:pt x="2326106" y="15394"/>
                      <a:pt x="2526632" y="355"/>
                    </a:cubicBezTo>
                    <a:cubicBezTo>
                      <a:pt x="2727158" y="-14684"/>
                      <a:pt x="3002882" y="450035"/>
                      <a:pt x="3278606" y="914755"/>
                    </a:cubicBezTo>
                  </a:path>
                </a:pathLst>
              </a:custGeom>
              <a:ln w="28575"/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89" name="文本框 88">
            <a:extLst>
              <a:ext uri="{FF2B5EF4-FFF2-40B4-BE49-F238E27FC236}">
                <a16:creationId xmlns:a16="http://schemas.microsoft.com/office/drawing/2014/main" id="{220EC2BF-FEB1-491D-9DB1-8CEE5DC11CBA}"/>
              </a:ext>
            </a:extLst>
          </p:cNvPr>
          <p:cNvSpPr txBox="1"/>
          <p:nvPr/>
        </p:nvSpPr>
        <p:spPr>
          <a:xfrm>
            <a:off x="7491" y="1956006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θ</a:t>
            </a:r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E863DB05-89EA-4746-B845-7235BACB142E}"/>
              </a:ext>
            </a:extLst>
          </p:cNvPr>
          <p:cNvSpPr txBox="1"/>
          <p:nvPr/>
        </p:nvSpPr>
        <p:spPr>
          <a:xfrm>
            <a:off x="25821" y="5637510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Γ</a:t>
            </a:r>
            <a:endParaRPr lang="zh-CN" altLang="en-US" dirty="0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05926512-6F08-40EB-BB81-D17942DDA7FE}"/>
              </a:ext>
            </a:extLst>
          </p:cNvPr>
          <p:cNvSpPr txBox="1"/>
          <p:nvPr/>
        </p:nvSpPr>
        <p:spPr>
          <a:xfrm>
            <a:off x="21610" y="3771842"/>
            <a:ext cx="336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β</a:t>
            </a:r>
            <a:endParaRPr lang="zh-CN" altLang="en-US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E8F16EF6-487D-4F8D-8605-F9A106178FC2}"/>
              </a:ext>
            </a:extLst>
          </p:cNvPr>
          <p:cNvSpPr txBox="1"/>
          <p:nvPr/>
        </p:nvSpPr>
        <p:spPr>
          <a:xfrm>
            <a:off x="3613462" y="68011"/>
            <a:ext cx="2635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（</a:t>
            </a:r>
            <a:r>
              <a:rPr lang="en-US" altLang="zh-CN" dirty="0"/>
              <a:t> Γ </a:t>
            </a:r>
            <a:r>
              <a:rPr lang="zh-CN" altLang="en-US" dirty="0"/>
              <a:t>：</a:t>
            </a:r>
            <a:r>
              <a:rPr lang="en-US" altLang="zh-CN" dirty="0"/>
              <a:t>high-gamma</a:t>
            </a:r>
            <a:r>
              <a:rPr lang="zh-CN" altLang="en-US" dirty="0"/>
              <a:t>）</a:t>
            </a:r>
          </a:p>
        </p:txBody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1DE71963-B00F-4351-9B25-23FF0C15B2B4}"/>
              </a:ext>
            </a:extLst>
          </p:cNvPr>
          <p:cNvSpPr/>
          <p:nvPr/>
        </p:nvSpPr>
        <p:spPr>
          <a:xfrm>
            <a:off x="827979" y="1676892"/>
            <a:ext cx="3135286" cy="836574"/>
          </a:xfrm>
          <a:custGeom>
            <a:avLst/>
            <a:gdLst>
              <a:gd name="connsiteX0" fmla="*/ 11598 w 3135286"/>
              <a:gd name="connsiteY0" fmla="*/ 74796 h 836574"/>
              <a:gd name="connsiteX1" fmla="*/ 72967 w 3135286"/>
              <a:gd name="connsiteY1" fmla="*/ 62522 h 836574"/>
              <a:gd name="connsiteX2" fmla="*/ 563920 w 3135286"/>
              <a:gd name="connsiteY2" fmla="*/ 56385 h 836574"/>
              <a:gd name="connsiteX3" fmla="*/ 809396 w 3135286"/>
              <a:gd name="connsiteY3" fmla="*/ 835773 h 836574"/>
              <a:gd name="connsiteX4" fmla="*/ 889176 w 3135286"/>
              <a:gd name="connsiteY4" fmla="*/ 215945 h 836574"/>
              <a:gd name="connsiteX5" fmla="*/ 1594921 w 3135286"/>
              <a:gd name="connsiteY5" fmla="*/ 823499 h 836574"/>
              <a:gd name="connsiteX6" fmla="*/ 1815850 w 3135286"/>
              <a:gd name="connsiteY6" fmla="*/ 93207 h 836574"/>
              <a:gd name="connsiteX7" fmla="*/ 2343625 w 3135286"/>
              <a:gd name="connsiteY7" fmla="*/ 755993 h 836574"/>
              <a:gd name="connsiteX8" fmla="*/ 2497047 w 3135286"/>
              <a:gd name="connsiteY8" fmla="*/ 191397 h 836574"/>
              <a:gd name="connsiteX9" fmla="*/ 3135286 w 3135286"/>
              <a:gd name="connsiteY9" fmla="*/ 762130 h 836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35286" h="836574">
                <a:moveTo>
                  <a:pt x="11598" y="74796"/>
                </a:moveTo>
                <a:cubicBezTo>
                  <a:pt x="-3745" y="70193"/>
                  <a:pt x="-19087" y="65590"/>
                  <a:pt x="72967" y="62522"/>
                </a:cubicBezTo>
                <a:cubicBezTo>
                  <a:pt x="165021" y="59454"/>
                  <a:pt x="441182" y="-72490"/>
                  <a:pt x="563920" y="56385"/>
                </a:cubicBezTo>
                <a:cubicBezTo>
                  <a:pt x="686658" y="185260"/>
                  <a:pt x="755187" y="809180"/>
                  <a:pt x="809396" y="835773"/>
                </a:cubicBezTo>
                <a:cubicBezTo>
                  <a:pt x="863605" y="862366"/>
                  <a:pt x="758255" y="217991"/>
                  <a:pt x="889176" y="215945"/>
                </a:cubicBezTo>
                <a:cubicBezTo>
                  <a:pt x="1020097" y="213899"/>
                  <a:pt x="1440475" y="843955"/>
                  <a:pt x="1594921" y="823499"/>
                </a:cubicBezTo>
                <a:cubicBezTo>
                  <a:pt x="1749367" y="803043"/>
                  <a:pt x="1691066" y="104458"/>
                  <a:pt x="1815850" y="93207"/>
                </a:cubicBezTo>
                <a:cubicBezTo>
                  <a:pt x="1940634" y="81956"/>
                  <a:pt x="2230092" y="739628"/>
                  <a:pt x="2343625" y="755993"/>
                </a:cubicBezTo>
                <a:cubicBezTo>
                  <a:pt x="2457158" y="772358"/>
                  <a:pt x="2365104" y="190374"/>
                  <a:pt x="2497047" y="191397"/>
                </a:cubicBezTo>
                <a:cubicBezTo>
                  <a:pt x="2628991" y="192420"/>
                  <a:pt x="2882138" y="477275"/>
                  <a:pt x="3135286" y="762130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F0F147A3-8884-40D2-A898-7A03F5DE1AB2}"/>
              </a:ext>
            </a:extLst>
          </p:cNvPr>
          <p:cNvSpPr/>
          <p:nvPr/>
        </p:nvSpPr>
        <p:spPr>
          <a:xfrm>
            <a:off x="4767752" y="1710206"/>
            <a:ext cx="3135286" cy="836574"/>
          </a:xfrm>
          <a:custGeom>
            <a:avLst/>
            <a:gdLst>
              <a:gd name="connsiteX0" fmla="*/ 11598 w 3135286"/>
              <a:gd name="connsiteY0" fmla="*/ 74796 h 836574"/>
              <a:gd name="connsiteX1" fmla="*/ 72967 w 3135286"/>
              <a:gd name="connsiteY1" fmla="*/ 62522 h 836574"/>
              <a:gd name="connsiteX2" fmla="*/ 563920 w 3135286"/>
              <a:gd name="connsiteY2" fmla="*/ 56385 h 836574"/>
              <a:gd name="connsiteX3" fmla="*/ 809396 w 3135286"/>
              <a:gd name="connsiteY3" fmla="*/ 835773 h 836574"/>
              <a:gd name="connsiteX4" fmla="*/ 889176 w 3135286"/>
              <a:gd name="connsiteY4" fmla="*/ 215945 h 836574"/>
              <a:gd name="connsiteX5" fmla="*/ 1594921 w 3135286"/>
              <a:gd name="connsiteY5" fmla="*/ 823499 h 836574"/>
              <a:gd name="connsiteX6" fmla="*/ 1815850 w 3135286"/>
              <a:gd name="connsiteY6" fmla="*/ 93207 h 836574"/>
              <a:gd name="connsiteX7" fmla="*/ 2343625 w 3135286"/>
              <a:gd name="connsiteY7" fmla="*/ 755993 h 836574"/>
              <a:gd name="connsiteX8" fmla="*/ 2497047 w 3135286"/>
              <a:gd name="connsiteY8" fmla="*/ 191397 h 836574"/>
              <a:gd name="connsiteX9" fmla="*/ 3135286 w 3135286"/>
              <a:gd name="connsiteY9" fmla="*/ 762130 h 836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35286" h="836574">
                <a:moveTo>
                  <a:pt x="11598" y="74796"/>
                </a:moveTo>
                <a:cubicBezTo>
                  <a:pt x="-3745" y="70193"/>
                  <a:pt x="-19087" y="65590"/>
                  <a:pt x="72967" y="62522"/>
                </a:cubicBezTo>
                <a:cubicBezTo>
                  <a:pt x="165021" y="59454"/>
                  <a:pt x="441182" y="-72490"/>
                  <a:pt x="563920" y="56385"/>
                </a:cubicBezTo>
                <a:cubicBezTo>
                  <a:pt x="686658" y="185260"/>
                  <a:pt x="755187" y="809180"/>
                  <a:pt x="809396" y="835773"/>
                </a:cubicBezTo>
                <a:cubicBezTo>
                  <a:pt x="863605" y="862366"/>
                  <a:pt x="758255" y="217991"/>
                  <a:pt x="889176" y="215945"/>
                </a:cubicBezTo>
                <a:cubicBezTo>
                  <a:pt x="1020097" y="213899"/>
                  <a:pt x="1440475" y="843955"/>
                  <a:pt x="1594921" y="823499"/>
                </a:cubicBezTo>
                <a:cubicBezTo>
                  <a:pt x="1749367" y="803043"/>
                  <a:pt x="1691066" y="104458"/>
                  <a:pt x="1815850" y="93207"/>
                </a:cubicBezTo>
                <a:cubicBezTo>
                  <a:pt x="1940634" y="81956"/>
                  <a:pt x="2230092" y="739628"/>
                  <a:pt x="2343625" y="755993"/>
                </a:cubicBezTo>
                <a:cubicBezTo>
                  <a:pt x="2457158" y="772358"/>
                  <a:pt x="2365104" y="190374"/>
                  <a:pt x="2497047" y="191397"/>
                </a:cubicBezTo>
                <a:cubicBezTo>
                  <a:pt x="2628991" y="192420"/>
                  <a:pt x="2882138" y="477275"/>
                  <a:pt x="3135286" y="762130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A2AFA67F-787A-4D4E-B279-1456BE85E652}"/>
              </a:ext>
            </a:extLst>
          </p:cNvPr>
          <p:cNvSpPr/>
          <p:nvPr/>
        </p:nvSpPr>
        <p:spPr>
          <a:xfrm>
            <a:off x="836099" y="3429000"/>
            <a:ext cx="3135286" cy="836574"/>
          </a:xfrm>
          <a:custGeom>
            <a:avLst/>
            <a:gdLst>
              <a:gd name="connsiteX0" fmla="*/ 11598 w 3135286"/>
              <a:gd name="connsiteY0" fmla="*/ 74796 h 836574"/>
              <a:gd name="connsiteX1" fmla="*/ 72967 w 3135286"/>
              <a:gd name="connsiteY1" fmla="*/ 62522 h 836574"/>
              <a:gd name="connsiteX2" fmla="*/ 563920 w 3135286"/>
              <a:gd name="connsiteY2" fmla="*/ 56385 h 836574"/>
              <a:gd name="connsiteX3" fmla="*/ 809396 w 3135286"/>
              <a:gd name="connsiteY3" fmla="*/ 835773 h 836574"/>
              <a:gd name="connsiteX4" fmla="*/ 889176 w 3135286"/>
              <a:gd name="connsiteY4" fmla="*/ 215945 h 836574"/>
              <a:gd name="connsiteX5" fmla="*/ 1594921 w 3135286"/>
              <a:gd name="connsiteY5" fmla="*/ 823499 h 836574"/>
              <a:gd name="connsiteX6" fmla="*/ 1815850 w 3135286"/>
              <a:gd name="connsiteY6" fmla="*/ 93207 h 836574"/>
              <a:gd name="connsiteX7" fmla="*/ 2343625 w 3135286"/>
              <a:gd name="connsiteY7" fmla="*/ 755993 h 836574"/>
              <a:gd name="connsiteX8" fmla="*/ 2497047 w 3135286"/>
              <a:gd name="connsiteY8" fmla="*/ 191397 h 836574"/>
              <a:gd name="connsiteX9" fmla="*/ 3135286 w 3135286"/>
              <a:gd name="connsiteY9" fmla="*/ 762130 h 836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35286" h="836574">
                <a:moveTo>
                  <a:pt x="11598" y="74796"/>
                </a:moveTo>
                <a:cubicBezTo>
                  <a:pt x="-3745" y="70193"/>
                  <a:pt x="-19087" y="65590"/>
                  <a:pt x="72967" y="62522"/>
                </a:cubicBezTo>
                <a:cubicBezTo>
                  <a:pt x="165021" y="59454"/>
                  <a:pt x="441182" y="-72490"/>
                  <a:pt x="563920" y="56385"/>
                </a:cubicBezTo>
                <a:cubicBezTo>
                  <a:pt x="686658" y="185260"/>
                  <a:pt x="755187" y="809180"/>
                  <a:pt x="809396" y="835773"/>
                </a:cubicBezTo>
                <a:cubicBezTo>
                  <a:pt x="863605" y="862366"/>
                  <a:pt x="758255" y="217991"/>
                  <a:pt x="889176" y="215945"/>
                </a:cubicBezTo>
                <a:cubicBezTo>
                  <a:pt x="1020097" y="213899"/>
                  <a:pt x="1440475" y="843955"/>
                  <a:pt x="1594921" y="823499"/>
                </a:cubicBezTo>
                <a:cubicBezTo>
                  <a:pt x="1749367" y="803043"/>
                  <a:pt x="1691066" y="104458"/>
                  <a:pt x="1815850" y="93207"/>
                </a:cubicBezTo>
                <a:cubicBezTo>
                  <a:pt x="1940634" y="81956"/>
                  <a:pt x="2230092" y="739628"/>
                  <a:pt x="2343625" y="755993"/>
                </a:cubicBezTo>
                <a:cubicBezTo>
                  <a:pt x="2457158" y="772358"/>
                  <a:pt x="2365104" y="190374"/>
                  <a:pt x="2497047" y="191397"/>
                </a:cubicBezTo>
                <a:cubicBezTo>
                  <a:pt x="2628991" y="192420"/>
                  <a:pt x="2882138" y="477275"/>
                  <a:pt x="3135286" y="762130"/>
                </a:cubicBezTo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BAF8499C-0A15-4A27-AA1D-DE05F80F73D3}"/>
              </a:ext>
            </a:extLst>
          </p:cNvPr>
          <p:cNvSpPr/>
          <p:nvPr/>
        </p:nvSpPr>
        <p:spPr>
          <a:xfrm>
            <a:off x="908263" y="5225165"/>
            <a:ext cx="3165742" cy="866592"/>
          </a:xfrm>
          <a:custGeom>
            <a:avLst/>
            <a:gdLst>
              <a:gd name="connsiteX0" fmla="*/ 0 w 3165742"/>
              <a:gd name="connsiteY0" fmla="*/ 862652 h 866592"/>
              <a:gd name="connsiteX1" fmla="*/ 570733 w 3165742"/>
              <a:gd name="connsiteY1" fmla="*/ 746051 h 866592"/>
              <a:gd name="connsiteX2" fmla="*/ 711882 w 3165742"/>
              <a:gd name="connsiteY2" fmla="*/ 64854 h 866592"/>
              <a:gd name="connsiteX3" fmla="*/ 1018728 w 3165742"/>
              <a:gd name="connsiteY3" fmla="*/ 163044 h 866592"/>
              <a:gd name="connsiteX4" fmla="*/ 1135329 w 3165742"/>
              <a:gd name="connsiteY4" fmla="*/ 218277 h 866592"/>
              <a:gd name="connsiteX5" fmla="*/ 1920854 w 3165742"/>
              <a:gd name="connsiteY5" fmla="*/ 844242 h 866592"/>
              <a:gd name="connsiteX6" fmla="*/ 2350438 w 3165742"/>
              <a:gd name="connsiteY6" fmla="*/ 95538 h 866592"/>
              <a:gd name="connsiteX7" fmla="*/ 2546819 w 3165742"/>
              <a:gd name="connsiteY7" fmla="*/ 83265 h 866592"/>
              <a:gd name="connsiteX8" fmla="*/ 3111415 w 3165742"/>
              <a:gd name="connsiteY8" fmla="*/ 764462 h 866592"/>
              <a:gd name="connsiteX9" fmla="*/ 3111415 w 3165742"/>
              <a:gd name="connsiteY9" fmla="*/ 819694 h 866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65742" h="866592">
                <a:moveTo>
                  <a:pt x="0" y="862652"/>
                </a:moveTo>
                <a:cubicBezTo>
                  <a:pt x="226043" y="870834"/>
                  <a:pt x="452086" y="879017"/>
                  <a:pt x="570733" y="746051"/>
                </a:cubicBezTo>
                <a:cubicBezTo>
                  <a:pt x="689380" y="613085"/>
                  <a:pt x="637216" y="162022"/>
                  <a:pt x="711882" y="64854"/>
                </a:cubicBezTo>
                <a:cubicBezTo>
                  <a:pt x="786548" y="-32314"/>
                  <a:pt x="948154" y="137473"/>
                  <a:pt x="1018728" y="163044"/>
                </a:cubicBezTo>
                <a:cubicBezTo>
                  <a:pt x="1089303" y="188614"/>
                  <a:pt x="984975" y="104744"/>
                  <a:pt x="1135329" y="218277"/>
                </a:cubicBezTo>
                <a:cubicBezTo>
                  <a:pt x="1285683" y="331810"/>
                  <a:pt x="1718336" y="864698"/>
                  <a:pt x="1920854" y="844242"/>
                </a:cubicBezTo>
                <a:cubicBezTo>
                  <a:pt x="2123372" y="823786"/>
                  <a:pt x="2246111" y="222367"/>
                  <a:pt x="2350438" y="95538"/>
                </a:cubicBezTo>
                <a:cubicBezTo>
                  <a:pt x="2454765" y="-31291"/>
                  <a:pt x="2419990" y="-28222"/>
                  <a:pt x="2546819" y="83265"/>
                </a:cubicBezTo>
                <a:cubicBezTo>
                  <a:pt x="2673648" y="194752"/>
                  <a:pt x="3017316" y="641724"/>
                  <a:pt x="3111415" y="764462"/>
                </a:cubicBezTo>
                <a:cubicBezTo>
                  <a:pt x="3205514" y="887200"/>
                  <a:pt x="3158464" y="853447"/>
                  <a:pt x="3111415" y="819694"/>
                </a:cubicBezTo>
              </a:path>
            </a:pathLst>
          </a:cu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8DB41AD9-5BD8-4C40-82AB-157D76CB1D3E}"/>
              </a:ext>
            </a:extLst>
          </p:cNvPr>
          <p:cNvSpPr/>
          <p:nvPr/>
        </p:nvSpPr>
        <p:spPr>
          <a:xfrm>
            <a:off x="4791280" y="5261099"/>
            <a:ext cx="3165742" cy="866592"/>
          </a:xfrm>
          <a:custGeom>
            <a:avLst/>
            <a:gdLst>
              <a:gd name="connsiteX0" fmla="*/ 0 w 3165742"/>
              <a:gd name="connsiteY0" fmla="*/ 862652 h 866592"/>
              <a:gd name="connsiteX1" fmla="*/ 570733 w 3165742"/>
              <a:gd name="connsiteY1" fmla="*/ 746051 h 866592"/>
              <a:gd name="connsiteX2" fmla="*/ 711882 w 3165742"/>
              <a:gd name="connsiteY2" fmla="*/ 64854 h 866592"/>
              <a:gd name="connsiteX3" fmla="*/ 1018728 w 3165742"/>
              <a:gd name="connsiteY3" fmla="*/ 163044 h 866592"/>
              <a:gd name="connsiteX4" fmla="*/ 1135329 w 3165742"/>
              <a:gd name="connsiteY4" fmla="*/ 218277 h 866592"/>
              <a:gd name="connsiteX5" fmla="*/ 1920854 w 3165742"/>
              <a:gd name="connsiteY5" fmla="*/ 844242 h 866592"/>
              <a:gd name="connsiteX6" fmla="*/ 2350438 w 3165742"/>
              <a:gd name="connsiteY6" fmla="*/ 95538 h 866592"/>
              <a:gd name="connsiteX7" fmla="*/ 2546819 w 3165742"/>
              <a:gd name="connsiteY7" fmla="*/ 83265 h 866592"/>
              <a:gd name="connsiteX8" fmla="*/ 3111415 w 3165742"/>
              <a:gd name="connsiteY8" fmla="*/ 764462 h 866592"/>
              <a:gd name="connsiteX9" fmla="*/ 3111415 w 3165742"/>
              <a:gd name="connsiteY9" fmla="*/ 819694 h 866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65742" h="866592">
                <a:moveTo>
                  <a:pt x="0" y="862652"/>
                </a:moveTo>
                <a:cubicBezTo>
                  <a:pt x="226043" y="870834"/>
                  <a:pt x="452086" y="879017"/>
                  <a:pt x="570733" y="746051"/>
                </a:cubicBezTo>
                <a:cubicBezTo>
                  <a:pt x="689380" y="613085"/>
                  <a:pt x="637216" y="162022"/>
                  <a:pt x="711882" y="64854"/>
                </a:cubicBezTo>
                <a:cubicBezTo>
                  <a:pt x="786548" y="-32314"/>
                  <a:pt x="948154" y="137473"/>
                  <a:pt x="1018728" y="163044"/>
                </a:cubicBezTo>
                <a:cubicBezTo>
                  <a:pt x="1089303" y="188614"/>
                  <a:pt x="984975" y="104744"/>
                  <a:pt x="1135329" y="218277"/>
                </a:cubicBezTo>
                <a:cubicBezTo>
                  <a:pt x="1285683" y="331810"/>
                  <a:pt x="1718336" y="864698"/>
                  <a:pt x="1920854" y="844242"/>
                </a:cubicBezTo>
                <a:cubicBezTo>
                  <a:pt x="2123372" y="823786"/>
                  <a:pt x="2246111" y="222367"/>
                  <a:pt x="2350438" y="95538"/>
                </a:cubicBezTo>
                <a:cubicBezTo>
                  <a:pt x="2454765" y="-31291"/>
                  <a:pt x="2419990" y="-28222"/>
                  <a:pt x="2546819" y="83265"/>
                </a:cubicBezTo>
                <a:cubicBezTo>
                  <a:pt x="2673648" y="194752"/>
                  <a:pt x="3017316" y="641724"/>
                  <a:pt x="3111415" y="764462"/>
                </a:cubicBezTo>
                <a:cubicBezTo>
                  <a:pt x="3205514" y="887200"/>
                  <a:pt x="3158464" y="853447"/>
                  <a:pt x="3111415" y="819694"/>
                </a:cubicBezTo>
              </a:path>
            </a:pathLst>
          </a:cu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7B775BA0-8ADC-4614-AB20-1E00D960B1CF}"/>
              </a:ext>
            </a:extLst>
          </p:cNvPr>
          <p:cNvSpPr/>
          <p:nvPr/>
        </p:nvSpPr>
        <p:spPr>
          <a:xfrm>
            <a:off x="8718734" y="5259139"/>
            <a:ext cx="3165742" cy="866592"/>
          </a:xfrm>
          <a:custGeom>
            <a:avLst/>
            <a:gdLst>
              <a:gd name="connsiteX0" fmla="*/ 0 w 3165742"/>
              <a:gd name="connsiteY0" fmla="*/ 862652 h 866592"/>
              <a:gd name="connsiteX1" fmla="*/ 570733 w 3165742"/>
              <a:gd name="connsiteY1" fmla="*/ 746051 h 866592"/>
              <a:gd name="connsiteX2" fmla="*/ 711882 w 3165742"/>
              <a:gd name="connsiteY2" fmla="*/ 64854 h 866592"/>
              <a:gd name="connsiteX3" fmla="*/ 1018728 w 3165742"/>
              <a:gd name="connsiteY3" fmla="*/ 163044 h 866592"/>
              <a:gd name="connsiteX4" fmla="*/ 1135329 w 3165742"/>
              <a:gd name="connsiteY4" fmla="*/ 218277 h 866592"/>
              <a:gd name="connsiteX5" fmla="*/ 1920854 w 3165742"/>
              <a:gd name="connsiteY5" fmla="*/ 844242 h 866592"/>
              <a:gd name="connsiteX6" fmla="*/ 2350438 w 3165742"/>
              <a:gd name="connsiteY6" fmla="*/ 95538 h 866592"/>
              <a:gd name="connsiteX7" fmla="*/ 2546819 w 3165742"/>
              <a:gd name="connsiteY7" fmla="*/ 83265 h 866592"/>
              <a:gd name="connsiteX8" fmla="*/ 3111415 w 3165742"/>
              <a:gd name="connsiteY8" fmla="*/ 764462 h 866592"/>
              <a:gd name="connsiteX9" fmla="*/ 3111415 w 3165742"/>
              <a:gd name="connsiteY9" fmla="*/ 819694 h 866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65742" h="866592">
                <a:moveTo>
                  <a:pt x="0" y="862652"/>
                </a:moveTo>
                <a:cubicBezTo>
                  <a:pt x="226043" y="870834"/>
                  <a:pt x="452086" y="879017"/>
                  <a:pt x="570733" y="746051"/>
                </a:cubicBezTo>
                <a:cubicBezTo>
                  <a:pt x="689380" y="613085"/>
                  <a:pt x="637216" y="162022"/>
                  <a:pt x="711882" y="64854"/>
                </a:cubicBezTo>
                <a:cubicBezTo>
                  <a:pt x="786548" y="-32314"/>
                  <a:pt x="948154" y="137473"/>
                  <a:pt x="1018728" y="163044"/>
                </a:cubicBezTo>
                <a:cubicBezTo>
                  <a:pt x="1089303" y="188614"/>
                  <a:pt x="984975" y="104744"/>
                  <a:pt x="1135329" y="218277"/>
                </a:cubicBezTo>
                <a:cubicBezTo>
                  <a:pt x="1285683" y="331810"/>
                  <a:pt x="1718336" y="864698"/>
                  <a:pt x="1920854" y="844242"/>
                </a:cubicBezTo>
                <a:cubicBezTo>
                  <a:pt x="2123372" y="823786"/>
                  <a:pt x="2246111" y="222367"/>
                  <a:pt x="2350438" y="95538"/>
                </a:cubicBezTo>
                <a:cubicBezTo>
                  <a:pt x="2454765" y="-31291"/>
                  <a:pt x="2419990" y="-28222"/>
                  <a:pt x="2546819" y="83265"/>
                </a:cubicBezTo>
                <a:cubicBezTo>
                  <a:pt x="2673648" y="194752"/>
                  <a:pt x="3017316" y="641724"/>
                  <a:pt x="3111415" y="764462"/>
                </a:cubicBezTo>
                <a:cubicBezTo>
                  <a:pt x="3205514" y="887200"/>
                  <a:pt x="3158464" y="853447"/>
                  <a:pt x="3111415" y="819694"/>
                </a:cubicBezTo>
              </a:path>
            </a:pathLst>
          </a:cu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CB478EC2-4D0C-4EA6-B8BB-5EA6F5D5E778}"/>
              </a:ext>
            </a:extLst>
          </p:cNvPr>
          <p:cNvSpPr/>
          <p:nvPr/>
        </p:nvSpPr>
        <p:spPr>
          <a:xfrm>
            <a:off x="4786792" y="3375093"/>
            <a:ext cx="3268425" cy="913313"/>
          </a:xfrm>
          <a:custGeom>
            <a:avLst/>
            <a:gdLst>
              <a:gd name="connsiteX0" fmla="*/ 0 w 3268425"/>
              <a:gd name="connsiteY0" fmla="*/ 104537 h 913313"/>
              <a:gd name="connsiteX1" fmla="*/ 141149 w 3268425"/>
              <a:gd name="connsiteY1" fmla="*/ 116810 h 913313"/>
              <a:gd name="connsiteX2" fmla="*/ 742566 w 3268425"/>
              <a:gd name="connsiteY2" fmla="*/ 221138 h 913313"/>
              <a:gd name="connsiteX3" fmla="*/ 871442 w 3268425"/>
              <a:gd name="connsiteY3" fmla="*/ 871651 h 913313"/>
              <a:gd name="connsiteX4" fmla="*/ 1693788 w 3268425"/>
              <a:gd name="connsiteY4" fmla="*/ 755049 h 913313"/>
              <a:gd name="connsiteX5" fmla="*/ 2055866 w 3268425"/>
              <a:gd name="connsiteY5" fmla="*/ 209 h 913313"/>
              <a:gd name="connsiteX6" fmla="*/ 2528408 w 3268425"/>
              <a:gd name="connsiteY6" fmla="*/ 834829 h 913313"/>
              <a:gd name="connsiteX7" fmla="*/ 3203468 w 3268425"/>
              <a:gd name="connsiteY7" fmla="*/ 871651 h 913313"/>
              <a:gd name="connsiteX8" fmla="*/ 3203468 w 3268425"/>
              <a:gd name="connsiteY8" fmla="*/ 877788 h 913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8425" h="913313">
                <a:moveTo>
                  <a:pt x="0" y="104537"/>
                </a:moveTo>
                <a:cubicBezTo>
                  <a:pt x="8694" y="100957"/>
                  <a:pt x="17388" y="97377"/>
                  <a:pt x="141149" y="116810"/>
                </a:cubicBezTo>
                <a:cubicBezTo>
                  <a:pt x="264910" y="136243"/>
                  <a:pt x="620851" y="95331"/>
                  <a:pt x="742566" y="221138"/>
                </a:cubicBezTo>
                <a:cubicBezTo>
                  <a:pt x="864281" y="346945"/>
                  <a:pt x="712905" y="782666"/>
                  <a:pt x="871442" y="871651"/>
                </a:cubicBezTo>
                <a:cubicBezTo>
                  <a:pt x="1029979" y="960636"/>
                  <a:pt x="1496384" y="900289"/>
                  <a:pt x="1693788" y="755049"/>
                </a:cubicBezTo>
                <a:cubicBezTo>
                  <a:pt x="1891192" y="609809"/>
                  <a:pt x="1916763" y="-13088"/>
                  <a:pt x="2055866" y="209"/>
                </a:cubicBezTo>
                <a:cubicBezTo>
                  <a:pt x="2194969" y="13506"/>
                  <a:pt x="2337141" y="689589"/>
                  <a:pt x="2528408" y="834829"/>
                </a:cubicBezTo>
                <a:cubicBezTo>
                  <a:pt x="2719675" y="980069"/>
                  <a:pt x="3203468" y="871651"/>
                  <a:pt x="3203468" y="871651"/>
                </a:cubicBezTo>
                <a:cubicBezTo>
                  <a:pt x="3315978" y="878811"/>
                  <a:pt x="3259723" y="878299"/>
                  <a:pt x="3203468" y="877788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D680038F-5ED1-4ACA-9161-715C868AC3D2}"/>
              </a:ext>
            </a:extLst>
          </p:cNvPr>
          <p:cNvSpPr/>
          <p:nvPr/>
        </p:nvSpPr>
        <p:spPr>
          <a:xfrm>
            <a:off x="8615120" y="3417922"/>
            <a:ext cx="3268425" cy="913313"/>
          </a:xfrm>
          <a:custGeom>
            <a:avLst/>
            <a:gdLst>
              <a:gd name="connsiteX0" fmla="*/ 0 w 3268425"/>
              <a:gd name="connsiteY0" fmla="*/ 104537 h 913313"/>
              <a:gd name="connsiteX1" fmla="*/ 141149 w 3268425"/>
              <a:gd name="connsiteY1" fmla="*/ 116810 h 913313"/>
              <a:gd name="connsiteX2" fmla="*/ 742566 w 3268425"/>
              <a:gd name="connsiteY2" fmla="*/ 221138 h 913313"/>
              <a:gd name="connsiteX3" fmla="*/ 871442 w 3268425"/>
              <a:gd name="connsiteY3" fmla="*/ 871651 h 913313"/>
              <a:gd name="connsiteX4" fmla="*/ 1693788 w 3268425"/>
              <a:gd name="connsiteY4" fmla="*/ 755049 h 913313"/>
              <a:gd name="connsiteX5" fmla="*/ 2055866 w 3268425"/>
              <a:gd name="connsiteY5" fmla="*/ 209 h 913313"/>
              <a:gd name="connsiteX6" fmla="*/ 2528408 w 3268425"/>
              <a:gd name="connsiteY6" fmla="*/ 834829 h 913313"/>
              <a:gd name="connsiteX7" fmla="*/ 3203468 w 3268425"/>
              <a:gd name="connsiteY7" fmla="*/ 871651 h 913313"/>
              <a:gd name="connsiteX8" fmla="*/ 3203468 w 3268425"/>
              <a:gd name="connsiteY8" fmla="*/ 877788 h 913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8425" h="913313">
                <a:moveTo>
                  <a:pt x="0" y="104537"/>
                </a:moveTo>
                <a:cubicBezTo>
                  <a:pt x="8694" y="100957"/>
                  <a:pt x="17388" y="97377"/>
                  <a:pt x="141149" y="116810"/>
                </a:cubicBezTo>
                <a:cubicBezTo>
                  <a:pt x="264910" y="136243"/>
                  <a:pt x="620851" y="95331"/>
                  <a:pt x="742566" y="221138"/>
                </a:cubicBezTo>
                <a:cubicBezTo>
                  <a:pt x="864281" y="346945"/>
                  <a:pt x="712905" y="782666"/>
                  <a:pt x="871442" y="871651"/>
                </a:cubicBezTo>
                <a:cubicBezTo>
                  <a:pt x="1029979" y="960636"/>
                  <a:pt x="1496384" y="900289"/>
                  <a:pt x="1693788" y="755049"/>
                </a:cubicBezTo>
                <a:cubicBezTo>
                  <a:pt x="1891192" y="609809"/>
                  <a:pt x="1916763" y="-13088"/>
                  <a:pt x="2055866" y="209"/>
                </a:cubicBezTo>
                <a:cubicBezTo>
                  <a:pt x="2194969" y="13506"/>
                  <a:pt x="2337141" y="689589"/>
                  <a:pt x="2528408" y="834829"/>
                </a:cubicBezTo>
                <a:cubicBezTo>
                  <a:pt x="2719675" y="980069"/>
                  <a:pt x="3203468" y="871651"/>
                  <a:pt x="3203468" y="871651"/>
                </a:cubicBezTo>
                <a:cubicBezTo>
                  <a:pt x="3315978" y="878811"/>
                  <a:pt x="3259723" y="878299"/>
                  <a:pt x="3203468" y="877788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74CEEE3F-7D8B-48F6-B7BA-94402C0C00CB}"/>
              </a:ext>
            </a:extLst>
          </p:cNvPr>
          <p:cNvSpPr/>
          <p:nvPr/>
        </p:nvSpPr>
        <p:spPr>
          <a:xfrm>
            <a:off x="8664302" y="1631532"/>
            <a:ext cx="3268425" cy="913313"/>
          </a:xfrm>
          <a:custGeom>
            <a:avLst/>
            <a:gdLst>
              <a:gd name="connsiteX0" fmla="*/ 0 w 3268425"/>
              <a:gd name="connsiteY0" fmla="*/ 104537 h 913313"/>
              <a:gd name="connsiteX1" fmla="*/ 141149 w 3268425"/>
              <a:gd name="connsiteY1" fmla="*/ 116810 h 913313"/>
              <a:gd name="connsiteX2" fmla="*/ 742566 w 3268425"/>
              <a:gd name="connsiteY2" fmla="*/ 221138 h 913313"/>
              <a:gd name="connsiteX3" fmla="*/ 871442 w 3268425"/>
              <a:gd name="connsiteY3" fmla="*/ 871651 h 913313"/>
              <a:gd name="connsiteX4" fmla="*/ 1693788 w 3268425"/>
              <a:gd name="connsiteY4" fmla="*/ 755049 h 913313"/>
              <a:gd name="connsiteX5" fmla="*/ 2055866 w 3268425"/>
              <a:gd name="connsiteY5" fmla="*/ 209 h 913313"/>
              <a:gd name="connsiteX6" fmla="*/ 2528408 w 3268425"/>
              <a:gd name="connsiteY6" fmla="*/ 834829 h 913313"/>
              <a:gd name="connsiteX7" fmla="*/ 3203468 w 3268425"/>
              <a:gd name="connsiteY7" fmla="*/ 871651 h 913313"/>
              <a:gd name="connsiteX8" fmla="*/ 3203468 w 3268425"/>
              <a:gd name="connsiteY8" fmla="*/ 877788 h 913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8425" h="913313">
                <a:moveTo>
                  <a:pt x="0" y="104537"/>
                </a:moveTo>
                <a:cubicBezTo>
                  <a:pt x="8694" y="100957"/>
                  <a:pt x="17388" y="97377"/>
                  <a:pt x="141149" y="116810"/>
                </a:cubicBezTo>
                <a:cubicBezTo>
                  <a:pt x="264910" y="136243"/>
                  <a:pt x="620851" y="95331"/>
                  <a:pt x="742566" y="221138"/>
                </a:cubicBezTo>
                <a:cubicBezTo>
                  <a:pt x="864281" y="346945"/>
                  <a:pt x="712905" y="782666"/>
                  <a:pt x="871442" y="871651"/>
                </a:cubicBezTo>
                <a:cubicBezTo>
                  <a:pt x="1029979" y="960636"/>
                  <a:pt x="1496384" y="900289"/>
                  <a:pt x="1693788" y="755049"/>
                </a:cubicBezTo>
                <a:cubicBezTo>
                  <a:pt x="1891192" y="609809"/>
                  <a:pt x="1916763" y="-13088"/>
                  <a:pt x="2055866" y="209"/>
                </a:cubicBezTo>
                <a:cubicBezTo>
                  <a:pt x="2194969" y="13506"/>
                  <a:pt x="2337141" y="689589"/>
                  <a:pt x="2528408" y="834829"/>
                </a:cubicBezTo>
                <a:cubicBezTo>
                  <a:pt x="2719675" y="980069"/>
                  <a:pt x="3203468" y="871651"/>
                  <a:pt x="3203468" y="871651"/>
                </a:cubicBezTo>
                <a:cubicBezTo>
                  <a:pt x="3315978" y="878811"/>
                  <a:pt x="3259723" y="878299"/>
                  <a:pt x="3203468" y="877788"/>
                </a:cubicBezTo>
              </a:path>
            </a:pathLst>
          </a:cu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8C97A4B-90A2-4488-B849-A40D840AB36F}"/>
              </a:ext>
            </a:extLst>
          </p:cNvPr>
          <p:cNvSpPr txBox="1"/>
          <p:nvPr/>
        </p:nvSpPr>
        <p:spPr>
          <a:xfrm>
            <a:off x="9801526" y="599766"/>
            <a:ext cx="89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红色</a:t>
            </a: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4B680E5-EFC7-49B8-9432-4CA40AA65EF2}"/>
              </a:ext>
            </a:extLst>
          </p:cNvPr>
          <p:cNvSpPr txBox="1"/>
          <p:nvPr/>
        </p:nvSpPr>
        <p:spPr>
          <a:xfrm>
            <a:off x="5757627" y="553720"/>
            <a:ext cx="89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绿色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3272D88-6F8F-49BD-B743-A8B8EE76B4DA}"/>
              </a:ext>
            </a:extLst>
          </p:cNvPr>
          <p:cNvSpPr txBox="1"/>
          <p:nvPr/>
        </p:nvSpPr>
        <p:spPr>
          <a:xfrm>
            <a:off x="1850300" y="579916"/>
            <a:ext cx="895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蓝色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C3AC2C-8941-4584-8EBB-E65248582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295" y="41542"/>
            <a:ext cx="2723659" cy="8030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75105E4-6365-49B4-A9AC-55E8ACF84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432" y="907459"/>
            <a:ext cx="4661647" cy="95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44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6D4B5E-0792-4E4E-8927-AF888489C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8" y="79376"/>
            <a:ext cx="10515600" cy="512536"/>
          </a:xfrm>
        </p:spPr>
        <p:txBody>
          <a:bodyPr>
            <a:normAutofit/>
          </a:bodyPr>
          <a:lstStyle/>
          <a:p>
            <a:r>
              <a:rPr lang="zh-CN" altLang="en-US" sz="1800" b="1" dirty="0"/>
              <a:t>部分基础问题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5579B3-720F-45BE-B4D9-DC7F494AB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60" y="530448"/>
            <a:ext cx="4283517" cy="1480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017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29E0F9FA-CD7E-4A9E-B0D7-EF2250B5F323}"/>
              </a:ext>
            </a:extLst>
          </p:cNvPr>
          <p:cNvSpPr txBox="1"/>
          <p:nvPr/>
        </p:nvSpPr>
        <p:spPr>
          <a:xfrm>
            <a:off x="10427919" y="6488668"/>
            <a:ext cx="1828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highlight>
                  <a:srgbClr val="000080"/>
                </a:highlight>
              </a:rPr>
              <a:t>Fu sentence-B2</a:t>
            </a:r>
            <a:endParaRPr lang="zh-CN" altLang="en-US" b="1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185CC40-4C3B-4A89-8D7A-6507A51428FE}"/>
              </a:ext>
            </a:extLst>
          </p:cNvPr>
          <p:cNvSpPr txBox="1"/>
          <p:nvPr/>
        </p:nvSpPr>
        <p:spPr>
          <a:xfrm>
            <a:off x="6233786" y="6054888"/>
            <a:ext cx="1152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2=0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8DA73CC-72BE-4171-BABF-82FDD08B1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848"/>
            <a:ext cx="1687237" cy="297086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3DA31B5-A22B-44EB-A329-FC1572C27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018" y="162424"/>
            <a:ext cx="1347628" cy="294628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D4E2D733-FE71-459F-A1D2-A7C2AA28D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4427" y="62383"/>
            <a:ext cx="1624877" cy="30905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460915B6-5F45-4EC3-B5FA-847A2FC08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1743" y="62383"/>
            <a:ext cx="5423259" cy="3340277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5BC7064-9482-446F-8295-5ED2AB6116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490" y="3152965"/>
            <a:ext cx="4763814" cy="3642652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26B3A1C3-2F12-4E7E-8BE8-EE7393ADE1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1743" y="3909509"/>
            <a:ext cx="4772691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281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29E0F9FA-CD7E-4A9E-B0D7-EF2250B5F323}"/>
              </a:ext>
            </a:extLst>
          </p:cNvPr>
          <p:cNvSpPr txBox="1"/>
          <p:nvPr/>
        </p:nvSpPr>
        <p:spPr>
          <a:xfrm>
            <a:off x="10427919" y="6488668"/>
            <a:ext cx="1828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highlight>
                  <a:srgbClr val="000080"/>
                </a:highlight>
              </a:rPr>
              <a:t>Fu sentence-B3</a:t>
            </a:r>
            <a:endParaRPr lang="zh-CN" altLang="en-US" b="1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8EB789E-82D9-407A-82AE-1C9595315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96" y="31315"/>
            <a:ext cx="4648703" cy="329096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E9B5995-C0E1-48C9-8B5F-18632473B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9931" y="31315"/>
            <a:ext cx="6050317" cy="37264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5E13BFD-969C-430E-ADBC-7A256F67F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0125" y="3372633"/>
            <a:ext cx="4464058" cy="337223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11A98E8-5D04-423D-AFF9-F506A5AF58D4}"/>
              </a:ext>
            </a:extLst>
          </p:cNvPr>
          <p:cNvSpPr txBox="1"/>
          <p:nvPr/>
        </p:nvSpPr>
        <p:spPr>
          <a:xfrm>
            <a:off x="5893496" y="493857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效果差</a:t>
            </a:r>
            <a:r>
              <a:rPr lang="en-US" altLang="zh-CN" dirty="0"/>
              <a:t>——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0883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040E59D-0B61-4358-B7A2-34435647F4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684" b="3923"/>
          <a:stretch/>
        </p:blipFill>
        <p:spPr>
          <a:xfrm>
            <a:off x="118997" y="0"/>
            <a:ext cx="5611661" cy="318161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9E0F9FA-CD7E-4A9E-B0D7-EF2250B5F323}"/>
              </a:ext>
            </a:extLst>
          </p:cNvPr>
          <p:cNvSpPr txBox="1"/>
          <p:nvPr/>
        </p:nvSpPr>
        <p:spPr>
          <a:xfrm>
            <a:off x="10427919" y="6488668"/>
            <a:ext cx="1828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highlight>
                  <a:srgbClr val="000080"/>
                </a:highlight>
              </a:rPr>
              <a:t>Fu sentence-B4</a:t>
            </a:r>
            <a:endParaRPr lang="zh-CN" altLang="en-US" b="1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8FB7C969-A99D-4492-9E1C-B86886D61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57" y="3181611"/>
            <a:ext cx="4775540" cy="359232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7624637-C741-4228-A9A0-E6E21751A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704" y="-105354"/>
            <a:ext cx="5836885" cy="3595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53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29E0F9FA-CD7E-4A9E-B0D7-EF2250B5F323}"/>
              </a:ext>
            </a:extLst>
          </p:cNvPr>
          <p:cNvSpPr txBox="1"/>
          <p:nvPr/>
        </p:nvSpPr>
        <p:spPr>
          <a:xfrm>
            <a:off x="10427919" y="6488668"/>
            <a:ext cx="1828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highlight>
                  <a:srgbClr val="000080"/>
                </a:highlight>
              </a:rPr>
              <a:t>Fu sentence-B3</a:t>
            </a:r>
            <a:endParaRPr lang="zh-CN" altLang="en-US" b="1" dirty="0">
              <a:solidFill>
                <a:schemeClr val="bg1"/>
              </a:solidFill>
              <a:highlight>
                <a:srgbClr val="000080"/>
              </a:highlight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7AA99F9-A2B2-4118-B9B3-30927D39D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0"/>
            <a:ext cx="5567309" cy="3429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D742BF9-D3F4-4EC2-825F-8FE0F25ECE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47" y="3779729"/>
            <a:ext cx="4722312" cy="294984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AF524DAE-3905-4AEE-BB4C-A0BB9FABD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674547"/>
            <a:ext cx="4601217" cy="132416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5C33286-0F57-4B70-8FE2-BD9C92F322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05" y="-100778"/>
            <a:ext cx="5440278" cy="363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818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2254F4A-6B44-4886-BA71-072BD49B6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077" y="1"/>
            <a:ext cx="5500773" cy="24851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2693A05-82A1-48B1-9862-089181B7D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249" y="2559756"/>
            <a:ext cx="6095170" cy="4298243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20180F1-D728-40B3-B99A-76E7AA035AC1}"/>
              </a:ext>
            </a:extLst>
          </p:cNvPr>
          <p:cNvCxnSpPr>
            <a:cxnSpLocks/>
          </p:cNvCxnSpPr>
          <p:nvPr/>
        </p:nvCxnSpPr>
        <p:spPr>
          <a:xfrm>
            <a:off x="10095978" y="4828784"/>
            <a:ext cx="16784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585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EC09E91-5E1A-4DB9-A6E5-4A9F36B02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6862"/>
            <a:ext cx="12192000" cy="394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982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D31FB-DAE3-4DFB-977A-FC082799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                                                                                               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32F674F-24AA-4340-86DB-8407E164AF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1528" y="-90027"/>
            <a:ext cx="6615953" cy="6828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57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697561E-AB4D-4829-8F1C-AD79F8B21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2" y="494438"/>
            <a:ext cx="5686758" cy="586912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947ABB8-E0BB-4971-865D-34C5826DD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431" y="311869"/>
            <a:ext cx="5911761" cy="610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86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A1902BA0-8908-4BDF-81EB-9FA6B9475D9C}"/>
              </a:ext>
            </a:extLst>
          </p:cNvPr>
          <p:cNvSpPr txBox="1"/>
          <p:nvPr/>
        </p:nvSpPr>
        <p:spPr>
          <a:xfrm>
            <a:off x="262771" y="2437998"/>
            <a:ext cx="6273094" cy="3932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根据单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频带（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13-30Hz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）功率，随时间的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平均功率变化与语音振幅的相对变化进行无监督分类，预先标记的坏道被剔除在外。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黄色曲线代表语音振幅的能量包络变化，反应受试者是否处于言语（维持）状态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虚线代表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speech onset/offset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时间点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Fullsentence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=——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患者被展示一个带有句子的幻灯片，每个句子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个汉字，然后复述该句子。每个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trial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之间的间隔时间约为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1.5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Speech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onset-offset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）持续约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秒，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cue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时间未知。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持续时间过短、过长、重复字的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trial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被剔除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进程均一化为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0%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Category A——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言语（维持）状态时，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 band power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Category B——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言语（维持）状态时，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 band power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↓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E794812-20AC-4E38-8CDB-28E73C5C5B4D}"/>
              </a:ext>
            </a:extLst>
          </p:cNvPr>
          <p:cNvGrpSpPr/>
          <p:nvPr/>
        </p:nvGrpSpPr>
        <p:grpSpPr>
          <a:xfrm>
            <a:off x="6669860" y="3202556"/>
            <a:ext cx="2721777" cy="3307748"/>
            <a:chOff x="423443" y="3344198"/>
            <a:chExt cx="2721777" cy="3307748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0C1C2D65-3B2C-4B34-9FB7-AE3A5AFCF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440" y="4867775"/>
              <a:ext cx="2453785" cy="1784171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29BED9EF-4390-4EF9-B1AE-F2899D986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3443" y="3344198"/>
              <a:ext cx="2721777" cy="1441934"/>
            </a:xfrm>
            <a:prstGeom prst="rect">
              <a:avLst/>
            </a:prstGeom>
          </p:spPr>
        </p:pic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692B3F8-794A-4641-9633-A85B5FBB57FF}"/>
              </a:ext>
            </a:extLst>
          </p:cNvPr>
          <p:cNvGrpSpPr/>
          <p:nvPr/>
        </p:nvGrpSpPr>
        <p:grpSpPr>
          <a:xfrm>
            <a:off x="9176804" y="3202556"/>
            <a:ext cx="2882169" cy="3307747"/>
            <a:chOff x="4608887" y="3344198"/>
            <a:chExt cx="2882169" cy="3307747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BA7DC97B-3CB6-46D2-A0BF-1787AA6822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23720" y="4867774"/>
              <a:ext cx="2667336" cy="1784171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B4EF878B-6C46-4ABC-A4EF-8DC06ACE593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08887" y="3344198"/>
              <a:ext cx="2829158" cy="1485582"/>
            </a:xfrm>
            <a:prstGeom prst="rect">
              <a:avLst/>
            </a:prstGeom>
          </p:spPr>
        </p:pic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E25316C8-0B8D-4577-90B8-4584E00D73AA}"/>
              </a:ext>
            </a:extLst>
          </p:cNvPr>
          <p:cNvSpPr txBox="1"/>
          <p:nvPr/>
        </p:nvSpPr>
        <p:spPr>
          <a:xfrm>
            <a:off x="118061" y="85535"/>
            <a:ext cx="11940912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一、在持续言语过程中，感觉运动皮层及周边皮层区域展现出了不同的</a:t>
            </a:r>
            <a:r>
              <a:rPr lang="en-US" altLang="zh-CN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β</a:t>
            </a:r>
            <a:r>
              <a:rPr lang="zh-CN" altLang="en-US" sz="1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动力学状态</a:t>
            </a:r>
            <a:endParaRPr lang="en-US" altLang="zh-CN" sz="1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1B44D11-D2BA-4355-A21F-C8FBCB8FFECC}"/>
              </a:ext>
            </a:extLst>
          </p:cNvPr>
          <p:cNvSpPr txBox="1"/>
          <p:nvPr/>
        </p:nvSpPr>
        <p:spPr>
          <a:xfrm>
            <a:off x="262771" y="443850"/>
            <a:ext cx="103834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Category A——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言语（维持）状态时，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 band power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与间歇期差别不大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Category B——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言语（维持）状态时，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beta band power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低于间歇期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speech onset/offset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前出现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，可反应言语状态改变节点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类电极的分布具备空间皮层特异性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类电极出现的皮层位置可能存在局部高功能连接的特点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4D288E0-2B82-4DE9-9EA6-9A2F2BC08B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7717" y="1512433"/>
            <a:ext cx="4871512" cy="1465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15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86AA9A-1F34-48F4-951F-259F47837092}"/>
              </a:ext>
            </a:extLst>
          </p:cNvPr>
          <p:cNvSpPr txBox="1"/>
          <p:nvPr/>
        </p:nvSpPr>
        <p:spPr>
          <a:xfrm>
            <a:off x="118383" y="73478"/>
            <a:ext cx="158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分类示例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D3D7AE8-0A58-487D-A9F1-0F8C61694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3" y="854999"/>
            <a:ext cx="4884759" cy="201474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17A63F2-80F5-4268-8CA2-851FDADC0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886" y="3118757"/>
            <a:ext cx="4327072" cy="10338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103B13-861C-4BE0-8F58-F92FB5B0C2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1153" y="1299951"/>
            <a:ext cx="6813889" cy="415787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BF96DDF-96AF-4505-9D46-985761A88D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127" y="4554231"/>
            <a:ext cx="4344850" cy="148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31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0623701E-6339-47D7-A91A-F1398E662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71" y="4498313"/>
            <a:ext cx="3036677" cy="23723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19655A5-442A-4EFE-B611-64DC6F564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01" y="722540"/>
            <a:ext cx="2761538" cy="19042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F20D53E-037A-47F4-A6B9-8BFBEA9ED5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801" y="2535977"/>
            <a:ext cx="2812531" cy="22187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A79BCA8-57A4-4D46-ACC5-6BB6856B40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991" y="4584246"/>
            <a:ext cx="2741459" cy="204107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99131BD-57E1-4C96-A974-B9EC3C9ACF96}"/>
              </a:ext>
            </a:extLst>
          </p:cNvPr>
          <p:cNvSpPr txBox="1"/>
          <p:nvPr/>
        </p:nvSpPr>
        <p:spPr>
          <a:xfrm>
            <a:off x="1122588" y="23268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HS006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D2B1A3-CA2D-4F32-BC03-DFB4523E7FA8}"/>
              </a:ext>
            </a:extLst>
          </p:cNvPr>
          <p:cNvSpPr txBox="1"/>
          <p:nvPr/>
        </p:nvSpPr>
        <p:spPr>
          <a:xfrm>
            <a:off x="4065326" y="23268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HS012</a:t>
            </a:r>
            <a:endParaRPr lang="zh-CN" altLang="en-US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7FA9174-D76D-4B22-AC02-8DB338CE48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5211" y="722540"/>
            <a:ext cx="2435849" cy="190421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3DC865D-6429-422F-B8C5-F70DAC3481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2451" y="2640557"/>
            <a:ext cx="2877510" cy="2009589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72853D8-2301-42CF-90D3-B45A3B98DC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1248" y="4663947"/>
            <a:ext cx="2643774" cy="2041071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F667B76-97E4-47BA-BF51-85FB51FDFE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1376" y="660133"/>
            <a:ext cx="2717083" cy="2156545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125DFDDC-E595-4C14-993B-222F7870CEEA}"/>
              </a:ext>
            </a:extLst>
          </p:cNvPr>
          <p:cNvSpPr txBox="1"/>
          <p:nvPr/>
        </p:nvSpPr>
        <p:spPr>
          <a:xfrm>
            <a:off x="7013373" y="265340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HS013</a:t>
            </a:r>
            <a:endParaRPr lang="zh-CN" altLang="en-US" dirty="0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A8A8E0A9-165B-4CFD-AEC0-280B3C9EF5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2389" y="2658714"/>
            <a:ext cx="2877511" cy="2097566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11EDF169-0B70-4DA1-84F1-E624A645F6B8}"/>
              </a:ext>
            </a:extLst>
          </p:cNvPr>
          <p:cNvSpPr txBox="1"/>
          <p:nvPr/>
        </p:nvSpPr>
        <p:spPr>
          <a:xfrm>
            <a:off x="10170230" y="23365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HS015</a:t>
            </a:r>
            <a:endParaRPr lang="zh-CN" altLang="en-US" dirty="0"/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128A8B9D-849C-4066-B040-CF7D3C34808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27941" y="685698"/>
            <a:ext cx="2619258" cy="1977899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1A558B5E-DF3C-4D59-821D-6D6F1CAD45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32710" y="2669596"/>
            <a:ext cx="2958078" cy="2028949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43093473-027B-4978-8F1A-EC5DBC9251A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57875" y="4815647"/>
            <a:ext cx="2632349" cy="194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092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B99131BD-57E1-4C96-A974-B9EC3C9ACF96}"/>
              </a:ext>
            </a:extLst>
          </p:cNvPr>
          <p:cNvSpPr txBox="1"/>
          <p:nvPr/>
        </p:nvSpPr>
        <p:spPr>
          <a:xfrm>
            <a:off x="1122588" y="23268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HS005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DD2B1A3-CA2D-4F32-BC03-DFB4523E7FA8}"/>
              </a:ext>
            </a:extLst>
          </p:cNvPr>
          <p:cNvSpPr txBox="1"/>
          <p:nvPr/>
        </p:nvSpPr>
        <p:spPr>
          <a:xfrm>
            <a:off x="4065326" y="23268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HS007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25DFDDC-E595-4C14-993B-222F7870CEEA}"/>
              </a:ext>
            </a:extLst>
          </p:cNvPr>
          <p:cNvSpPr txBox="1"/>
          <p:nvPr/>
        </p:nvSpPr>
        <p:spPr>
          <a:xfrm>
            <a:off x="7013373" y="265340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HS016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1EDF169-0B70-4DA1-84F1-E624A645F6B8}"/>
              </a:ext>
            </a:extLst>
          </p:cNvPr>
          <p:cNvSpPr txBox="1"/>
          <p:nvPr/>
        </p:nvSpPr>
        <p:spPr>
          <a:xfrm>
            <a:off x="10170230" y="233653"/>
            <a:ext cx="1947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HS023</a:t>
            </a: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E88F452-7AEC-4160-93F3-39154AEC7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895" y="687994"/>
            <a:ext cx="2463135" cy="176129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CACA225-6693-426F-9763-CC2D24A1DA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157" y="2535444"/>
            <a:ext cx="2290793" cy="178711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9F01B24-30FF-43A7-8099-D8DF7F28F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055" y="4498340"/>
            <a:ext cx="2552301" cy="214603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2EC4714-0C47-4E22-8117-BFF0D07E26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3274" y="803876"/>
            <a:ext cx="2668759" cy="186906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5D5E0A7-FD47-4108-9732-AED8F5574A4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770" y="2640151"/>
            <a:ext cx="2655590" cy="1843216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309203C-7B27-42EA-8D3C-9D712B6BA5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330" y="4601750"/>
            <a:ext cx="2365674" cy="1858046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83D0E7B-02B5-435C-9097-D87F3965E3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02454" y="800589"/>
            <a:ext cx="2502568" cy="1734855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E5CDAF76-0F60-46BC-AD36-E053E689CEE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8051" y="2640151"/>
            <a:ext cx="2290793" cy="1858189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592D12E5-AD47-462C-8BDB-5DC3042B58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09939" y="4583198"/>
            <a:ext cx="2502569" cy="189515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3675870A-FAE0-4D91-B752-19B0A0A718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5204" y="634672"/>
            <a:ext cx="2423522" cy="1853461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617FF04C-1FEE-4B5E-AACA-537CA09908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41568" y="2566023"/>
            <a:ext cx="2290793" cy="1917344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2695930E-587C-446B-8157-279A65DD14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10813" y="4632763"/>
            <a:ext cx="2552301" cy="2011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470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8319B80-1EA9-4222-9452-2BD8F328A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38" y="522532"/>
            <a:ext cx="2258614" cy="529583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77D95D7-7E1B-4CF3-98F5-F1F4E03DE3D9}"/>
              </a:ext>
            </a:extLst>
          </p:cNvPr>
          <p:cNvSpPr txBox="1"/>
          <p:nvPr/>
        </p:nvSpPr>
        <p:spPr>
          <a:xfrm>
            <a:off x="0" y="0"/>
            <a:ext cx="681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</a:t>
            </a:r>
            <a:r>
              <a:rPr lang="en-US" altLang="zh-CN" dirty="0"/>
              <a:t>speech onset</a:t>
            </a:r>
            <a:r>
              <a:rPr lang="zh-CN" altLang="en-US" dirty="0"/>
              <a:t>前后，局部连接强度相关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A5840F0-83AF-4F10-BC04-D3A1FE89079D}"/>
              </a:ext>
            </a:extLst>
          </p:cNvPr>
          <p:cNvGrpSpPr/>
          <p:nvPr/>
        </p:nvGrpSpPr>
        <p:grpSpPr>
          <a:xfrm>
            <a:off x="2181696" y="611650"/>
            <a:ext cx="9758560" cy="5448942"/>
            <a:chOff x="2181696" y="611650"/>
            <a:chExt cx="9758560" cy="544894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85DAEDA-80DC-4342-867A-E99BC3A51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81696" y="611650"/>
              <a:ext cx="9758560" cy="5448942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4D15EB56-FE53-49A1-B227-9E7B32860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81696" y="2962745"/>
              <a:ext cx="3070858" cy="2307302"/>
            </a:xfrm>
            <a:prstGeom prst="rect">
              <a:avLst/>
            </a:prstGeom>
          </p:spPr>
        </p:pic>
        <p:sp>
          <p:nvSpPr>
            <p:cNvPr id="10" name="箭头: 右 9">
              <a:extLst>
                <a:ext uri="{FF2B5EF4-FFF2-40B4-BE49-F238E27FC236}">
                  <a16:creationId xmlns:a16="http://schemas.microsoft.com/office/drawing/2014/main" id="{5EF8843A-7946-4005-8B28-97BBD19CAF6F}"/>
                </a:ext>
              </a:extLst>
            </p:cNvPr>
            <p:cNvSpPr/>
            <p:nvPr/>
          </p:nvSpPr>
          <p:spPr>
            <a:xfrm rot="8759996">
              <a:off x="4008667" y="3096778"/>
              <a:ext cx="714375" cy="33881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20892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09D6A7E1-BF63-4A14-84BC-BFF17282A5DE}"/>
              </a:ext>
            </a:extLst>
          </p:cNvPr>
          <p:cNvGrpSpPr/>
          <p:nvPr/>
        </p:nvGrpSpPr>
        <p:grpSpPr>
          <a:xfrm>
            <a:off x="206286" y="1102179"/>
            <a:ext cx="5255622" cy="4120822"/>
            <a:chOff x="300174" y="620487"/>
            <a:chExt cx="7613707" cy="5753678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EFE291DC-0F37-4918-91B6-C38604778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41171" y="1774794"/>
              <a:ext cx="5072710" cy="3644047"/>
            </a:xfrm>
            <a:prstGeom prst="rect">
              <a:avLst/>
            </a:prstGeom>
          </p:spPr>
        </p:pic>
        <p:sp>
          <p:nvSpPr>
            <p:cNvPr id="8" name="箭头: 右 7">
              <a:extLst>
                <a:ext uri="{FF2B5EF4-FFF2-40B4-BE49-F238E27FC236}">
                  <a16:creationId xmlns:a16="http://schemas.microsoft.com/office/drawing/2014/main" id="{54416E2D-B262-4EBB-926F-A65E94764CA7}"/>
                </a:ext>
              </a:extLst>
            </p:cNvPr>
            <p:cNvSpPr/>
            <p:nvPr/>
          </p:nvSpPr>
          <p:spPr>
            <a:xfrm rot="8759996">
              <a:off x="5779750" y="2331679"/>
              <a:ext cx="714375" cy="33881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38679F8-6A8C-408C-A8E6-B6A4CE631F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174" y="620487"/>
              <a:ext cx="2441168" cy="5753678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D28FDA3E-3ABB-4F67-BD14-3FD71DDDB740}"/>
              </a:ext>
            </a:extLst>
          </p:cNvPr>
          <p:cNvSpPr txBox="1"/>
          <p:nvPr/>
        </p:nvSpPr>
        <p:spPr>
          <a:xfrm>
            <a:off x="0" y="0"/>
            <a:ext cx="681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与</a:t>
            </a:r>
            <a:r>
              <a:rPr lang="en-US" altLang="zh-CN" dirty="0"/>
              <a:t>speech onset</a:t>
            </a:r>
            <a:r>
              <a:rPr lang="zh-CN" altLang="en-US" dirty="0"/>
              <a:t>前后，局部连接强度相关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C4D22B8-1874-4734-BBE4-DB78E92EE0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12861"/>
            <a:ext cx="5423807" cy="419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466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B9AC821-7105-45AE-BB89-C1BB819F2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4456"/>
            <a:ext cx="12192000" cy="212784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A59E44E-F264-488C-B72B-6EC1E16DD64C}"/>
              </a:ext>
            </a:extLst>
          </p:cNvPr>
          <p:cNvSpPr txBox="1"/>
          <p:nvPr/>
        </p:nvSpPr>
        <p:spPr>
          <a:xfrm>
            <a:off x="136985" y="55340"/>
            <a:ext cx="6096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"HS0012": ["B01", "B03", "B02", "B05"],</a:t>
            </a:r>
          </a:p>
          <a:p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"HS0006": ["B07", "B08", "B09"],</a:t>
            </a:r>
          </a:p>
          <a:p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"HS0013": ["B01", "B03", "B02", "B05"],</a:t>
            </a:r>
          </a:p>
          <a:p>
            <a:r>
              <a:rPr lang="en-US" altLang="zh-CN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nsolas" panose="020B0609020204030204" pitchFamily="49" charset="0"/>
              </a:rPr>
              <a:t>"HS0015": ["B03", "B04", "B05", "B06"],</a:t>
            </a:r>
          </a:p>
        </p:txBody>
      </p:sp>
    </p:spTree>
    <p:extLst>
      <p:ext uri="{BB962C8B-B14F-4D97-AF65-F5344CB8AC3E}">
        <p14:creationId xmlns:p14="http://schemas.microsoft.com/office/powerpoint/2010/main" val="4148034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CF6FBBF-5F63-4C8C-96A0-17C96D8CC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893" y="2339066"/>
            <a:ext cx="4275921" cy="31677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4817F6-8744-4DEF-8618-8CC75C3CF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57" y="187778"/>
            <a:ext cx="6115669" cy="12694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4AD9F02-2264-43B4-8609-53C5B1684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465" y="0"/>
            <a:ext cx="3297837" cy="665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90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11459</TotalTime>
  <Words>392</Words>
  <Application>Microsoft Office PowerPoint</Application>
  <PresentationFormat>宽屏</PresentationFormat>
  <Paragraphs>67</Paragraphs>
  <Slides>18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微软雅黑</vt:lpstr>
      <vt:lpstr>Arial</vt:lpstr>
      <vt:lpstr>Consolas</vt:lpstr>
      <vt:lpstr>Wingdings</vt:lpstr>
      <vt:lpstr>Office 主题​​</vt:lpstr>
      <vt:lpstr>几种类型的模式图</vt:lpstr>
      <vt:lpstr>部分基础问题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                                                                                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RUI LI</dc:creator>
  <cp:lastModifiedBy>RUI LI</cp:lastModifiedBy>
  <cp:revision>62</cp:revision>
  <dcterms:created xsi:type="dcterms:W3CDTF">2026-07-15T09:35:25Z</dcterms:created>
  <dcterms:modified xsi:type="dcterms:W3CDTF">2026-10-04T13:16:41Z</dcterms:modified>
</cp:coreProperties>
</file>