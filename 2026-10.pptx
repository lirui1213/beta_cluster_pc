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291" r:id="rId3"/>
    <p:sldId id="296" r:id="rId4"/>
    <p:sldId id="290" r:id="rId5"/>
    <p:sldId id="297" r:id="rId6"/>
    <p:sldId id="292" r:id="rId7"/>
    <p:sldId id="295" r:id="rId8"/>
    <p:sldId id="299" r:id="rId9"/>
    <p:sldId id="29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S15" id="{B890C646-B971-4BB2-AD7D-CBC32D025B91}">
          <p14:sldIdLst>
            <p14:sldId id="289"/>
          </p14:sldIdLst>
        </p14:section>
        <p14:section name="2026/10" id="{D239BD7F-A8B2-4F3D-8EE5-755168AB280F}">
          <p14:sldIdLst>
            <p14:sldId id="291"/>
            <p14:sldId id="296"/>
            <p14:sldId id="290"/>
            <p14:sldId id="297"/>
            <p14:sldId id="292"/>
            <p14:sldId id="295"/>
            <p14:sldId id="299"/>
            <p14:sldId id="298"/>
          </p14:sldIdLst>
        </p14:section>
        <p14:section name="无标题节" id="{19D66A87-5D4E-43EB-B2ED-48C75BBF98D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6458" autoAdjust="0"/>
  </p:normalViewPr>
  <p:slideViewPr>
    <p:cSldViewPr snapToGrid="0">
      <p:cViewPr varScale="1">
        <p:scale>
          <a:sx n="156" d="100"/>
          <a:sy n="156" d="100"/>
        </p:scale>
        <p:origin x="1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F9863-44D4-4FFD-884D-0D7F6BBD37E0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605AD-D8DA-4046-85DD-DBF59EA05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77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80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Hs7</a:t>
            </a:r>
            <a:r>
              <a:rPr lang="zh-CN" altLang="en-US" dirty="0"/>
              <a:t>不显著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11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10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457B1-E6E0-42D5-8400-3EF39A30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CFF192-C42E-48A4-963E-7E8EE964E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A9379-9424-4124-B5F7-EE884ECB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16C38-C4BE-477F-A0ED-DCBEEC93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CF2B3-4BD5-4E47-86B4-D5693916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2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4D1DB-7F3F-418D-A027-975A2F79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336D3-5C18-48AD-813B-D1E77E25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2375A7-E040-41C0-9018-590EE002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6BA2F-4A9F-4793-A91F-D5014834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8F170-3E62-4A18-AF4C-B870E36A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08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58731-2587-4B7D-8A9D-834D6B7D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0B1A9-5150-49A3-AE0A-71BC90F41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97A60-8020-4C51-BA2A-C67D0E15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1D4154-937A-4A21-9B2A-EABA3A8A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7159C-019F-405D-9B68-E6ADC45F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59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B1494-2B3F-48FE-8C53-05744664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33282-D8B6-4340-BC56-C78465532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0774D6-5D07-40F9-B6DD-5A4A5DDCC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28256F-DA3E-4F96-98E8-1CA52214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9BEC3-8373-4303-94C7-A3A13EC5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7C71F3-6025-4CBF-94AC-6B059022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65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25E32-FC18-498A-8A44-AFD7BDBA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1A3C8A-F1B8-4169-B265-4030AB075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A404F-7CF1-405E-BAC8-E93EA55CA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05DC7F-AA27-4466-B7E3-96452D58C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127E5B-5AC7-46E1-BC1A-732357B47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664641-DC2A-434D-81B7-247D405E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8E470B-59F6-446D-ACF6-8A6CB4F7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7B0AF8-524B-474B-9175-B7B4AAD0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9AC95-89DB-44E9-A6A1-78D4C82A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7970FD-FA3A-4CC0-AD5E-68CA45CA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C22EF1-733D-4C63-8B80-FD2A608F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F6232-2DF2-463D-847A-4E315AC2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51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38596-518A-4454-97BD-87D43C35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B2AFB-1297-4758-9A45-A750D4CA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ADAEA-FD62-4668-9795-8EAC77A3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90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42298-64B3-4587-B619-FE6059C4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C92FA-2920-4079-B538-8DB0F875D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75F653-FB6D-475C-9B2A-F24A64F24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F6E88-4D1C-44D5-99F4-337D15DD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E2EF1D-3E30-467E-A77F-A0352366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BACDA1-3275-432C-A501-B690682A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08770-5EC5-4918-AEB1-13E809FE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921BC0-EDB2-49D3-8D72-E9A6D9EB7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E40AED-B0A1-4AC5-81A1-A747A42AC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5670EA-BAC2-46EF-A428-13F18E00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46EB1F-AC2F-4FD7-B058-47943E06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2B92D4-7B03-4970-BE42-D52BA869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4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CFAF0-D35B-4C2E-994D-A1E3DAB7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E11127-09B1-4AB4-AD51-00C80A68E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6123-FC6D-4BB8-B85F-B99CAAA4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EAE70-D581-432A-9AA0-EBF95716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220A9-6B8E-42A6-BD27-B4E955A5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6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031257-F9B3-4685-8500-7EC8AEBED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EE43E2-FDE0-4E76-B0D2-54DA3EEF4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3EA26-57C3-424E-B2DF-33AB6ED2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A3F92B-D4CE-45E6-AD98-3C023631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D4A303-E089-43CE-AB15-79A5A555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98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627230-02F3-4A98-93A8-050F54E3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074A3-8EAE-4CA4-A420-C0F65D9D7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D0CDE-531E-45CA-B365-9E4A7FDA6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17550-FE83-4DA7-B6E8-CBE01F11E0C7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18487-05A5-4032-90AA-EFDE6D642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0119F-1C21-4952-9091-B6EAAD331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2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697561E-AB4D-4829-8F1C-AD79F8B2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7" y="0"/>
            <a:ext cx="4556025" cy="47021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947ABB8-E0BB-4971-865D-34C5826DD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35" y="16955"/>
            <a:ext cx="4556025" cy="47021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DFC670-1531-4873-B13B-B45BA389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3" y="4759548"/>
            <a:ext cx="4283517" cy="148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86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1902BA0-8908-4BDF-81EB-9FA6B9475D9C}"/>
              </a:ext>
            </a:extLst>
          </p:cNvPr>
          <p:cNvSpPr txBox="1"/>
          <p:nvPr/>
        </p:nvSpPr>
        <p:spPr>
          <a:xfrm>
            <a:off x="262771" y="2437998"/>
            <a:ext cx="6273094" cy="3932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频带（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13-30Hz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）功率，随时间的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平均功率变化与语音振幅的相对变化进行无监督分类，预先标记的坏道被剔除在外。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黄色曲线代表语音振幅的能量包络变化，反应受试者是否处于言语（维持）状态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虚线代表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 onset/offset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Fullsentence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患者被展示一个带有句子的幻灯片，每个句子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个汉字，然后复述该句子。每个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trial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之间的间隔时间约为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onset-offset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）持续约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时间未知。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持续时间过短、过长、重复字的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trial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被剔除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进程均一化为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A——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B——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E794812-20AC-4E38-8CDB-28E73C5C5B4D}"/>
              </a:ext>
            </a:extLst>
          </p:cNvPr>
          <p:cNvGrpSpPr/>
          <p:nvPr/>
        </p:nvGrpSpPr>
        <p:grpSpPr>
          <a:xfrm>
            <a:off x="6669860" y="3202556"/>
            <a:ext cx="2721777" cy="3307748"/>
            <a:chOff x="423443" y="3344198"/>
            <a:chExt cx="2721777" cy="330774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C1C2D65-3B2C-4B34-9FB7-AE3A5AFCF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0" y="4867775"/>
              <a:ext cx="2453785" cy="178417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9BED9EF-4390-4EF9-B1AE-F2899D986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443" y="3344198"/>
              <a:ext cx="2721777" cy="1441934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92B3F8-794A-4641-9633-A85B5FBB57FF}"/>
              </a:ext>
            </a:extLst>
          </p:cNvPr>
          <p:cNvGrpSpPr/>
          <p:nvPr/>
        </p:nvGrpSpPr>
        <p:grpSpPr>
          <a:xfrm>
            <a:off x="9176804" y="3202556"/>
            <a:ext cx="2882169" cy="3307747"/>
            <a:chOff x="4608887" y="3344198"/>
            <a:chExt cx="2882169" cy="330774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A7DC97B-3CB6-46D2-A0BF-1787AA682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3720" y="4867774"/>
              <a:ext cx="2667336" cy="1784171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4EF878B-6C46-4ABC-A4EF-8DC06ACE5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8887" y="3344198"/>
              <a:ext cx="2829158" cy="1485582"/>
            </a:xfrm>
            <a:prstGeom prst="rect">
              <a:avLst/>
            </a:prstGeom>
          </p:spPr>
        </p:pic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25316C8-0B8D-4577-90B8-4584E00D73AA}"/>
              </a:ext>
            </a:extLst>
          </p:cNvPr>
          <p:cNvSpPr txBox="1"/>
          <p:nvPr/>
        </p:nvSpPr>
        <p:spPr>
          <a:xfrm>
            <a:off x="118061" y="85535"/>
            <a:ext cx="11940912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一、在持续言语过程中，感觉运动皮层及周边皮层区域展现出了不同的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动力学状态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B44D11-D2BA-4355-A21F-C8FBCB8FFECC}"/>
              </a:ext>
            </a:extLst>
          </p:cNvPr>
          <p:cNvSpPr txBox="1"/>
          <p:nvPr/>
        </p:nvSpPr>
        <p:spPr>
          <a:xfrm>
            <a:off x="262771" y="443850"/>
            <a:ext cx="10383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A——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与间歇期差别不大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B——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低于间歇期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 onset/offset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前出现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，可反应言语状态改变节点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类电极的分布具备空间皮层特异性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类电极出现的皮层位置可能存在局部高功能连接的特点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4D288E0-2B82-4DE9-9EA6-9A2F2BC08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717" y="1512433"/>
            <a:ext cx="4871512" cy="14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1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86AA9A-1F34-48F4-951F-259F47837092}"/>
              </a:ext>
            </a:extLst>
          </p:cNvPr>
          <p:cNvSpPr txBox="1"/>
          <p:nvPr/>
        </p:nvSpPr>
        <p:spPr>
          <a:xfrm>
            <a:off x="118383" y="73478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分类示例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3D7AE8-0A58-487D-A9F1-0F8C6169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3" y="854999"/>
            <a:ext cx="4884759" cy="20147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7A63F2-80F5-4268-8CA2-851FDADC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3118757"/>
            <a:ext cx="4327072" cy="10338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103B13-861C-4BE0-8F58-F92FB5B0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53" y="1299951"/>
            <a:ext cx="6813889" cy="41578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F96DDF-96AF-4505-9D46-985761A8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27" y="4554231"/>
            <a:ext cx="4344850" cy="14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623701E-6339-47D7-A91A-F1398E66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71" y="4498313"/>
            <a:ext cx="3036677" cy="23723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9655A5-442A-4EFE-B611-64DC6F564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1" y="722540"/>
            <a:ext cx="2761538" cy="19042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20D53E-037A-47F4-A6B9-8BFBEA9ED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1" y="2535977"/>
            <a:ext cx="2812531" cy="22187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79BCA8-57A4-4D46-ACC5-6BB6856B4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991" y="4584246"/>
            <a:ext cx="2741459" cy="20410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99131BD-57E1-4C96-A974-B9EC3C9ACF96}"/>
              </a:ext>
            </a:extLst>
          </p:cNvPr>
          <p:cNvSpPr txBox="1"/>
          <p:nvPr/>
        </p:nvSpPr>
        <p:spPr>
          <a:xfrm>
            <a:off x="1122588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HS006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D2B1A3-CA2D-4F32-BC03-DFB4523E7FA8}"/>
              </a:ext>
            </a:extLst>
          </p:cNvPr>
          <p:cNvSpPr txBox="1"/>
          <p:nvPr/>
        </p:nvSpPr>
        <p:spPr>
          <a:xfrm>
            <a:off x="4065326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HS012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7FA9174-D76D-4B22-AC02-8DB338CE4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5211" y="722540"/>
            <a:ext cx="2435849" cy="19042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3DC865D-6429-422F-B8C5-F70DAC3481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451" y="2640557"/>
            <a:ext cx="2877510" cy="200958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72853D8-2301-42CF-90D3-B45A3B98DC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1248" y="4663947"/>
            <a:ext cx="2643774" cy="204107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F667B76-97E4-47BA-BF51-85FB51FDFE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1376" y="660133"/>
            <a:ext cx="2717083" cy="215654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25DFDDC-E595-4C14-993B-222F7870CEEA}"/>
              </a:ext>
            </a:extLst>
          </p:cNvPr>
          <p:cNvSpPr txBox="1"/>
          <p:nvPr/>
        </p:nvSpPr>
        <p:spPr>
          <a:xfrm>
            <a:off x="7013373" y="265340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HS013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8A8E0A9-165B-4CFD-AEC0-280B3C9EF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2389" y="2658714"/>
            <a:ext cx="2877511" cy="209756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1EDF169-0B70-4DA1-84F1-E624A645F6B8}"/>
              </a:ext>
            </a:extLst>
          </p:cNvPr>
          <p:cNvSpPr txBox="1"/>
          <p:nvPr/>
        </p:nvSpPr>
        <p:spPr>
          <a:xfrm>
            <a:off x="10170230" y="23365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HS015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28A8B9D-849C-4066-B040-CF7D3C3480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7941" y="685698"/>
            <a:ext cx="2619258" cy="197789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A558B5E-DF3C-4D59-821D-6D6F1CAD45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2710" y="2669596"/>
            <a:ext cx="2958078" cy="202894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3093473-027B-4978-8F1A-EC5DBC9251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57875" y="4815647"/>
            <a:ext cx="2632349" cy="194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9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99131BD-57E1-4C96-A974-B9EC3C9ACF96}"/>
              </a:ext>
            </a:extLst>
          </p:cNvPr>
          <p:cNvSpPr txBox="1"/>
          <p:nvPr/>
        </p:nvSpPr>
        <p:spPr>
          <a:xfrm>
            <a:off x="1122588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HS005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D2B1A3-CA2D-4F32-BC03-DFB4523E7FA8}"/>
              </a:ext>
            </a:extLst>
          </p:cNvPr>
          <p:cNvSpPr txBox="1"/>
          <p:nvPr/>
        </p:nvSpPr>
        <p:spPr>
          <a:xfrm>
            <a:off x="4065326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HS007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5DFDDC-E595-4C14-993B-222F7870CEEA}"/>
              </a:ext>
            </a:extLst>
          </p:cNvPr>
          <p:cNvSpPr txBox="1"/>
          <p:nvPr/>
        </p:nvSpPr>
        <p:spPr>
          <a:xfrm>
            <a:off x="7013373" y="265340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HS016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EDF169-0B70-4DA1-84F1-E624A645F6B8}"/>
              </a:ext>
            </a:extLst>
          </p:cNvPr>
          <p:cNvSpPr txBox="1"/>
          <p:nvPr/>
        </p:nvSpPr>
        <p:spPr>
          <a:xfrm>
            <a:off x="10170230" y="23365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HS023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88F452-7AEC-4160-93F3-39154AEC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95" y="687994"/>
            <a:ext cx="2463135" cy="17612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ACA225-6693-426F-9763-CC2D24A1D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157" y="2535444"/>
            <a:ext cx="2290793" cy="17871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F01B24-30FF-43A7-8099-D8DF7F28F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055" y="4498340"/>
            <a:ext cx="2552301" cy="21460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EC4714-0C47-4E22-8117-BFF0D07E2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274" y="803876"/>
            <a:ext cx="2668759" cy="186906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5D5E0A7-FD47-4108-9732-AED8F5574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70" y="2640151"/>
            <a:ext cx="2655590" cy="184321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309203C-7B27-42EA-8D3C-9D712B6BA5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30" y="4601750"/>
            <a:ext cx="2365674" cy="185804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83D0E7B-02B5-435C-9097-D87F3965E3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2454" y="800589"/>
            <a:ext cx="2502568" cy="173485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5CDAF76-0F60-46BC-AD36-E053E689CE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051" y="2640151"/>
            <a:ext cx="2290793" cy="185818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592D12E5-AD47-462C-8BDB-5DC3042B5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9939" y="4583198"/>
            <a:ext cx="2502569" cy="18951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675870A-FAE0-4D91-B752-19B0A0A718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5204" y="634672"/>
            <a:ext cx="2423522" cy="1853461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617FF04C-1FEE-4B5E-AACA-537CA09908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1568" y="2566023"/>
            <a:ext cx="2290793" cy="1917344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2695930E-587C-446B-8157-279A65DD14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813" y="4632763"/>
            <a:ext cx="2552301" cy="201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4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319B80-1EA9-4222-9452-2BD8F328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" y="522532"/>
            <a:ext cx="2258614" cy="52958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77D95D7-7E1B-4CF3-98F5-F1F4E03DE3D9}"/>
              </a:ext>
            </a:extLst>
          </p:cNvPr>
          <p:cNvSpPr txBox="1"/>
          <p:nvPr/>
        </p:nvSpPr>
        <p:spPr>
          <a:xfrm>
            <a:off x="0" y="0"/>
            <a:ext cx="681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speech onset</a:t>
            </a:r>
            <a:r>
              <a:rPr lang="zh-CN" altLang="en-US" dirty="0"/>
              <a:t>前后，局部连接强度相关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A5840F0-83AF-4F10-BC04-D3A1FE89079D}"/>
              </a:ext>
            </a:extLst>
          </p:cNvPr>
          <p:cNvGrpSpPr/>
          <p:nvPr/>
        </p:nvGrpSpPr>
        <p:grpSpPr>
          <a:xfrm>
            <a:off x="2181696" y="611650"/>
            <a:ext cx="9758560" cy="5448942"/>
            <a:chOff x="2181696" y="611650"/>
            <a:chExt cx="9758560" cy="544894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85DAEDA-80DC-4342-867A-E99BC3A51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696" y="611650"/>
              <a:ext cx="9758560" cy="544894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D15EB56-FE53-49A1-B227-9E7B32860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1696" y="2962745"/>
              <a:ext cx="3070858" cy="2307302"/>
            </a:xfrm>
            <a:prstGeom prst="rect">
              <a:avLst/>
            </a:prstGeom>
          </p:spPr>
        </p:pic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5EF8843A-7946-4005-8B28-97BBD19CAF6F}"/>
                </a:ext>
              </a:extLst>
            </p:cNvPr>
            <p:cNvSpPr/>
            <p:nvPr/>
          </p:nvSpPr>
          <p:spPr>
            <a:xfrm rot="8759996">
              <a:off x="4008667" y="3096778"/>
              <a:ext cx="714375" cy="3388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0892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9D6A7E1-BF63-4A14-84BC-BFF17282A5DE}"/>
              </a:ext>
            </a:extLst>
          </p:cNvPr>
          <p:cNvGrpSpPr/>
          <p:nvPr/>
        </p:nvGrpSpPr>
        <p:grpSpPr>
          <a:xfrm>
            <a:off x="206286" y="1114426"/>
            <a:ext cx="5255622" cy="4120822"/>
            <a:chOff x="300174" y="620487"/>
            <a:chExt cx="7613707" cy="57536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FE291DC-0F37-4918-91B6-C3860477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1171" y="1774794"/>
              <a:ext cx="5072710" cy="3644047"/>
            </a:xfrm>
            <a:prstGeom prst="rect">
              <a:avLst/>
            </a:prstGeom>
          </p:spPr>
        </p:pic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54416E2D-B262-4EBB-926F-A65E94764CA7}"/>
                </a:ext>
              </a:extLst>
            </p:cNvPr>
            <p:cNvSpPr/>
            <p:nvPr/>
          </p:nvSpPr>
          <p:spPr>
            <a:xfrm rot="8759996">
              <a:off x="5649649" y="2360178"/>
              <a:ext cx="714375" cy="3388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38679F8-6A8C-408C-A8E6-B6A4CE631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74" y="620487"/>
              <a:ext cx="2441168" cy="5753678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28FDA3E-3ABB-4F67-BD14-3FD71DDDB740}"/>
              </a:ext>
            </a:extLst>
          </p:cNvPr>
          <p:cNvSpPr txBox="1"/>
          <p:nvPr/>
        </p:nvSpPr>
        <p:spPr>
          <a:xfrm>
            <a:off x="0" y="0"/>
            <a:ext cx="681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speech onset</a:t>
            </a:r>
            <a:r>
              <a:rPr lang="zh-CN" altLang="en-US" dirty="0"/>
              <a:t>前后，局部连接强度相关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4D22B8-1874-4734-BBE4-DB78E92EE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2861"/>
            <a:ext cx="5423807" cy="41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4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A59E44E-F264-488C-B72B-6EC1E16DD64C}"/>
              </a:ext>
            </a:extLst>
          </p:cNvPr>
          <p:cNvSpPr txBox="1"/>
          <p:nvPr/>
        </p:nvSpPr>
        <p:spPr>
          <a:xfrm>
            <a:off x="136985" y="55340"/>
            <a:ext cx="6096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"HS0012": ["B01", "B03", "B02", "B05"],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"HS0006": ["B07", "B08", "B09"],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"HS0013": ["B01", "B03", "B02", "B05"],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"HS0015": ["B03", "B04", "B05", "B06"],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F23BB5-CB71-4A8A-84FC-9207E073B1C9}"/>
              </a:ext>
            </a:extLst>
          </p:cNvPr>
          <p:cNvSpPr txBox="1"/>
          <p:nvPr/>
        </p:nvSpPr>
        <p:spPr>
          <a:xfrm>
            <a:off x="6340089" y="1166679"/>
            <a:ext cx="466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个被试，</a:t>
            </a:r>
            <a:r>
              <a:rPr lang="en-US" altLang="zh-CN" dirty="0"/>
              <a:t>15</a:t>
            </a:r>
            <a:r>
              <a:rPr lang="zh-CN" altLang="en-US" dirty="0"/>
              <a:t>个</a:t>
            </a:r>
            <a:r>
              <a:rPr lang="en-US" altLang="zh-CN" dirty="0"/>
              <a:t>Block</a:t>
            </a:r>
            <a:r>
              <a:rPr lang="zh-CN" altLang="en-US" dirty="0"/>
              <a:t>，</a:t>
            </a:r>
            <a:r>
              <a:rPr lang="en-US" altLang="zh-CN" dirty="0"/>
              <a:t>2136</a:t>
            </a:r>
            <a:r>
              <a:rPr lang="zh-CN" altLang="en-US" dirty="0"/>
              <a:t>个有效</a:t>
            </a:r>
            <a:r>
              <a:rPr lang="en-US" altLang="zh-CN" dirty="0"/>
              <a:t>channel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45957B-AD3B-4AE3-AE80-E7246CBD5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96" y="91509"/>
            <a:ext cx="6463077" cy="11279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757B14-C757-4002-AEE3-26E84BE0CA59}"/>
              </a:ext>
            </a:extLst>
          </p:cNvPr>
          <p:cNvSpPr txBox="1"/>
          <p:nvPr/>
        </p:nvSpPr>
        <p:spPr>
          <a:xfrm>
            <a:off x="136985" y="4246587"/>
            <a:ext cx="32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依次去掉</a:t>
            </a:r>
            <a:r>
              <a:rPr lang="en-US" altLang="zh-CN" dirty="0"/>
              <a:t>1</a:t>
            </a:r>
            <a:r>
              <a:rPr lang="zh-CN" altLang="en-US" dirty="0"/>
              <a:t>个被试，分类结果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A0F509-BDC6-4D49-9A59-9BC9B245B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010" y="1734495"/>
            <a:ext cx="6860721" cy="11973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82BDF51-2C44-4DB6-BBE2-4A06BFB6E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009" y="2931885"/>
            <a:ext cx="6860721" cy="11973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D1A59D4-F723-4C9C-9581-F686D7C54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975" y="4047418"/>
            <a:ext cx="7086600" cy="12368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E8471AC-D2BD-4C87-AFB5-BC9A0FC20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318" y="5370639"/>
            <a:ext cx="7183211" cy="1253674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4C9B740-35BF-460B-B15F-4EE25D525DA8}"/>
              </a:ext>
            </a:extLst>
          </p:cNvPr>
          <p:cNvCxnSpPr>
            <a:cxnSpLocks/>
          </p:cNvCxnSpPr>
          <p:nvPr/>
        </p:nvCxnSpPr>
        <p:spPr>
          <a:xfrm flipV="1">
            <a:off x="0" y="157377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03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F6FBBF-5F63-4C8C-96A0-17C96D8CC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00" y="3429000"/>
            <a:ext cx="4275921" cy="31677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4817F6-8744-4DEF-8618-8CC75C3CF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47" y="1396092"/>
            <a:ext cx="6115669" cy="1269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4AD9F02-2264-43B4-8609-53C5B1684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766" y="1261382"/>
            <a:ext cx="2575993" cy="52006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82162C1-B2C0-4BDF-8AC6-E2B2283E6D7E}"/>
              </a:ext>
            </a:extLst>
          </p:cNvPr>
          <p:cNvSpPr txBox="1"/>
          <p:nvPr/>
        </p:nvSpPr>
        <p:spPr>
          <a:xfrm>
            <a:off x="118061" y="85535"/>
            <a:ext cx="11940912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二、在独立的 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Tone repetition task 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中，可识别出一类具有 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Beta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调制音频的电极。与 </a:t>
            </a:r>
            <a:r>
              <a:rPr lang="en-US" altLang="zh-CN"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Fullsentence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任务中表现出 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speech-onset ERD 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后回升的电极相比，呈现明显的邻近趋势。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79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11633</TotalTime>
  <Words>403</Words>
  <Application>Microsoft Office PowerPoint</Application>
  <PresentationFormat>宽屏</PresentationFormat>
  <Paragraphs>36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 LI</dc:creator>
  <cp:lastModifiedBy>RUI LI</cp:lastModifiedBy>
  <cp:revision>70</cp:revision>
  <dcterms:created xsi:type="dcterms:W3CDTF">2026-07-15T09:35:25Z</dcterms:created>
  <dcterms:modified xsi:type="dcterms:W3CDTF">2026-10-04T16:12:03Z</dcterms:modified>
</cp:coreProperties>
</file>